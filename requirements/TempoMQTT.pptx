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2" r:id="rId3"/>
    <p:sldId id="277" r:id="rId4"/>
    <p:sldId id="276" r:id="rId5"/>
    <p:sldId id="278" r:id="rId6"/>
    <p:sldId id="264" r:id="rId7"/>
    <p:sldId id="266" r:id="rId8"/>
    <p:sldId id="279" r:id="rId9"/>
    <p:sldId id="280" r:id="rId10"/>
    <p:sldId id="281" r:id="rId11"/>
    <p:sldId id="270" r:id="rId12"/>
    <p:sldId id="271" r:id="rId13"/>
    <p:sldId id="275" r:id="rId14"/>
    <p:sldId id="268" r:id="rId15"/>
    <p:sldId id="269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1F54"/>
    <a:srgbClr val="431539"/>
    <a:srgbClr val="7B2769"/>
    <a:srgbClr val="EB9E34"/>
    <a:srgbClr val="8034EB"/>
    <a:srgbClr val="8F2D7A"/>
    <a:srgbClr val="C850AE"/>
    <a:srgbClr val="8F2E7B"/>
    <a:srgbClr val="C13DA5"/>
    <a:srgbClr val="6C2E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FB5B3-C882-43E3-9DEC-C511A8CE53B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4E6C-CF70-47D0-884C-88FB48B95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3204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FB5B3-C882-43E3-9DEC-C511A8CE53B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4E6C-CF70-47D0-884C-88FB48B95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258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FB5B3-C882-43E3-9DEC-C511A8CE53B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4E6C-CF70-47D0-884C-88FB48B95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724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FB5B3-C882-43E3-9DEC-C511A8CE53B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4E6C-CF70-47D0-884C-88FB48B95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645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FB5B3-C882-43E3-9DEC-C511A8CE53B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4E6C-CF70-47D0-884C-88FB48B95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59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FB5B3-C882-43E3-9DEC-C511A8CE53B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4E6C-CF70-47D0-884C-88FB48B95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029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FB5B3-C882-43E3-9DEC-C511A8CE53B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4E6C-CF70-47D0-884C-88FB48B95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60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FB5B3-C882-43E3-9DEC-C511A8CE53B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4E6C-CF70-47D0-884C-88FB48B95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572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FB5B3-C882-43E3-9DEC-C511A8CE53B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4E6C-CF70-47D0-884C-88FB48B95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034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FB5B3-C882-43E3-9DEC-C511A8CE53B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4E6C-CF70-47D0-884C-88FB48B95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00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FB5B3-C882-43E3-9DEC-C511A8CE53B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4E6C-CF70-47D0-884C-88FB48B95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436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6FB5B3-C882-43E3-9DEC-C511A8CE53B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1E4E6C-CF70-47D0-884C-88FB48B95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162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6.png"/><Relationship Id="rId7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7.png"/><Relationship Id="rId9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png"/><Relationship Id="rId7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12.png"/><Relationship Id="rId5" Type="http://schemas.openxmlformats.org/officeDocument/2006/relationships/image" Target="../media/image16.png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12.png"/><Relationship Id="rId5" Type="http://schemas.openxmlformats.org/officeDocument/2006/relationships/image" Target="../media/image16.png"/><Relationship Id="rId10" Type="http://schemas.openxmlformats.org/officeDocument/2006/relationships/image" Target="../media/image7.png"/><Relationship Id="rId4" Type="http://schemas.openxmlformats.org/officeDocument/2006/relationships/image" Target="../media/image15.png"/><Relationship Id="rId9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png"/><Relationship Id="rId7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18.png"/><Relationship Id="rId5" Type="http://schemas.openxmlformats.org/officeDocument/2006/relationships/image" Target="../media/image16.png"/><Relationship Id="rId10" Type="http://schemas.openxmlformats.org/officeDocument/2006/relationships/image" Target="../media/image12.png"/><Relationship Id="rId4" Type="http://schemas.openxmlformats.org/officeDocument/2006/relationships/image" Target="../media/image15.png"/><Relationship Id="rId9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png"/><Relationship Id="rId7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16.png"/><Relationship Id="rId9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6.png"/><Relationship Id="rId7" Type="http://schemas.openxmlformats.org/officeDocument/2006/relationships/image" Target="../media/image5.png"/><Relationship Id="rId12" Type="http://schemas.openxmlformats.org/officeDocument/2006/relationships/image" Target="../media/image2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18.png"/><Relationship Id="rId5" Type="http://schemas.openxmlformats.org/officeDocument/2006/relationships/image" Target="../media/image9.png"/><Relationship Id="rId10" Type="http://schemas.openxmlformats.org/officeDocument/2006/relationships/image" Target="../media/image12.png"/><Relationship Id="rId4" Type="http://schemas.openxmlformats.org/officeDocument/2006/relationships/image" Target="../media/image17.png"/><Relationship Id="rId9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2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18.png"/><Relationship Id="rId5" Type="http://schemas.openxmlformats.org/officeDocument/2006/relationships/image" Target="../media/image16.png"/><Relationship Id="rId10" Type="http://schemas.openxmlformats.org/officeDocument/2006/relationships/image" Target="../media/image12.png"/><Relationship Id="rId4" Type="http://schemas.openxmlformats.org/officeDocument/2006/relationships/image" Target="../media/image15.png"/><Relationship Id="rId9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2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18.png"/><Relationship Id="rId5" Type="http://schemas.openxmlformats.org/officeDocument/2006/relationships/image" Target="../media/image16.png"/><Relationship Id="rId10" Type="http://schemas.openxmlformats.org/officeDocument/2006/relationships/image" Target="../media/image12.png"/><Relationship Id="rId4" Type="http://schemas.openxmlformats.org/officeDocument/2006/relationships/image" Target="../media/image15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0" y="0"/>
            <a:ext cx="12191999" cy="6858000"/>
            <a:chOff x="0" y="0"/>
            <a:chExt cx="12191999" cy="6858000"/>
          </a:xfrm>
        </p:grpSpPr>
        <p:sp>
          <p:nvSpPr>
            <p:cNvPr id="4" name="Rectangle 3"/>
            <p:cNvSpPr/>
            <p:nvPr/>
          </p:nvSpPr>
          <p:spPr>
            <a:xfrm>
              <a:off x="0" y="0"/>
              <a:ext cx="12191999" cy="6858000"/>
            </a:xfrm>
            <a:prstGeom prst="rect">
              <a:avLst/>
            </a:prstGeom>
            <a:gradFill flip="none" rotWithShape="1">
              <a:gsLst>
                <a:gs pos="32000">
                  <a:srgbClr val="36244A"/>
                </a:gs>
                <a:gs pos="4000">
                  <a:srgbClr val="261036"/>
                </a:gs>
                <a:gs pos="72000">
                  <a:srgbClr val="933983"/>
                </a:gs>
                <a:gs pos="100000">
                  <a:srgbClr val="8F2D7A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76179" y="1057714"/>
              <a:ext cx="4023358" cy="4742571"/>
            </a:xfrm>
            <a:prstGeom prst="roundRect">
              <a:avLst/>
            </a:prstGeom>
            <a:gradFill flip="none" rotWithShape="1">
              <a:gsLst>
                <a:gs pos="0">
                  <a:srgbClr val="C13DA5"/>
                </a:gs>
                <a:gs pos="86000">
                  <a:srgbClr val="7B2769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6011591" y="1448975"/>
              <a:ext cx="2588457" cy="886262"/>
              <a:chOff x="6011591" y="1448975"/>
              <a:chExt cx="2588457" cy="886262"/>
            </a:xfrm>
          </p:grpSpPr>
          <p:sp>
            <p:nvSpPr>
              <p:cNvPr id="6" name="Rounded Rectangle 5"/>
              <p:cNvSpPr/>
              <p:nvPr/>
            </p:nvSpPr>
            <p:spPr>
              <a:xfrm>
                <a:off x="6095999" y="1828800"/>
                <a:ext cx="2504049" cy="506437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6011591" y="1448975"/>
                <a:ext cx="12164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</a:rPr>
                  <a:t>First Name</a:t>
                </a:r>
                <a:endParaRPr lang="en-IN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6175716" y="1897352"/>
                <a:ext cx="22044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1">
                        <a:lumMod val="85000"/>
                      </a:schemeClr>
                    </a:solidFill>
                  </a:rPr>
                  <a:t>Enter your first name</a:t>
                </a:r>
                <a:endParaRPr lang="en-IN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807545" y="1454221"/>
              <a:ext cx="2588457" cy="886262"/>
              <a:chOff x="6011591" y="1448975"/>
              <a:chExt cx="2588457" cy="886262"/>
            </a:xfrm>
          </p:grpSpPr>
          <p:sp>
            <p:nvSpPr>
              <p:cNvPr id="11" name="Rounded Rectangle 10"/>
              <p:cNvSpPr/>
              <p:nvPr/>
            </p:nvSpPr>
            <p:spPr>
              <a:xfrm>
                <a:off x="6095999" y="1828800"/>
                <a:ext cx="2504049" cy="506437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6011591" y="1448975"/>
                <a:ext cx="11871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</a:rPr>
                  <a:t>Last Name</a:t>
                </a:r>
                <a:endParaRPr lang="en-IN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6175716" y="1897352"/>
                <a:ext cx="21655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1">
                        <a:lumMod val="85000"/>
                      </a:schemeClr>
                    </a:solidFill>
                  </a:rPr>
                  <a:t>Enter your last name</a:t>
                </a:r>
                <a:endParaRPr lang="en-IN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>
              <a:off x="6011591" y="2497076"/>
              <a:ext cx="2588457" cy="886262"/>
              <a:chOff x="6011591" y="1448975"/>
              <a:chExt cx="2588457" cy="886262"/>
            </a:xfrm>
          </p:grpSpPr>
          <p:sp>
            <p:nvSpPr>
              <p:cNvPr id="15" name="Rounded Rectangle 14"/>
              <p:cNvSpPr/>
              <p:nvPr/>
            </p:nvSpPr>
            <p:spPr>
              <a:xfrm>
                <a:off x="6095999" y="1828800"/>
                <a:ext cx="2504049" cy="506437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6011591" y="1448975"/>
                <a:ext cx="7104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</a:rPr>
                  <a:t>Email</a:t>
                </a:r>
                <a:endParaRPr lang="en-IN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6175716" y="1897352"/>
                <a:ext cx="17625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1">
                        <a:lumMod val="85000"/>
                      </a:schemeClr>
                    </a:solidFill>
                  </a:rPr>
                  <a:t>Enter your email</a:t>
                </a:r>
                <a:endParaRPr lang="en-IN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8807544" y="2497076"/>
              <a:ext cx="2588457" cy="886262"/>
              <a:chOff x="6011591" y="1448975"/>
              <a:chExt cx="2588457" cy="886262"/>
            </a:xfrm>
          </p:grpSpPr>
          <p:sp>
            <p:nvSpPr>
              <p:cNvPr id="19" name="Rounded Rectangle 18"/>
              <p:cNvSpPr/>
              <p:nvPr/>
            </p:nvSpPr>
            <p:spPr>
              <a:xfrm>
                <a:off x="6095999" y="1828800"/>
                <a:ext cx="2504049" cy="506437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6011591" y="1448975"/>
                <a:ext cx="1247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</a:rPr>
                  <a:t>Contact No</a:t>
                </a:r>
                <a:endParaRPr lang="en-IN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6175716" y="1897352"/>
                <a:ext cx="22411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1">
                        <a:lumMod val="85000"/>
                      </a:schemeClr>
                    </a:solidFill>
                  </a:rPr>
                  <a:t>Enter your contact no</a:t>
                </a:r>
                <a:endParaRPr lang="en-IN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6011591" y="3545177"/>
              <a:ext cx="2588457" cy="886262"/>
              <a:chOff x="6011591" y="1448975"/>
              <a:chExt cx="2588457" cy="886262"/>
            </a:xfrm>
          </p:grpSpPr>
          <p:sp>
            <p:nvSpPr>
              <p:cNvPr id="23" name="Rounded Rectangle 22"/>
              <p:cNvSpPr/>
              <p:nvPr/>
            </p:nvSpPr>
            <p:spPr>
              <a:xfrm>
                <a:off x="6095999" y="1828800"/>
                <a:ext cx="2504049" cy="506437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6011591" y="1448975"/>
                <a:ext cx="15853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</a:rPr>
                  <a:t>New Password</a:t>
                </a:r>
                <a:endParaRPr lang="en-IN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6175716" y="1897352"/>
                <a:ext cx="21478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1">
                        <a:lumMod val="85000"/>
                      </a:schemeClr>
                    </a:solidFill>
                  </a:rPr>
                  <a:t>Enter your password</a:t>
                </a:r>
                <a:endParaRPr lang="en-IN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8798035" y="3539931"/>
              <a:ext cx="2588457" cy="886262"/>
              <a:chOff x="6011591" y="1448975"/>
              <a:chExt cx="2588457" cy="886262"/>
            </a:xfrm>
          </p:grpSpPr>
          <p:sp>
            <p:nvSpPr>
              <p:cNvPr id="27" name="Rounded Rectangle 26"/>
              <p:cNvSpPr/>
              <p:nvPr/>
            </p:nvSpPr>
            <p:spPr>
              <a:xfrm>
                <a:off x="6095999" y="1828800"/>
                <a:ext cx="2504049" cy="506437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6011591" y="1448975"/>
                <a:ext cx="19139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</a:rPr>
                  <a:t>Confirm Password</a:t>
                </a:r>
                <a:endParaRPr lang="en-IN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6175716" y="1897352"/>
                <a:ext cx="21478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1">
                        <a:lumMod val="85000"/>
                      </a:schemeClr>
                    </a:solidFill>
                  </a:rPr>
                  <a:t>Enter your password</a:t>
                </a:r>
                <a:endParaRPr lang="en-IN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p:grpSp>
        <p:sp>
          <p:nvSpPr>
            <p:cNvPr id="30" name="Rounded Rectangle 29"/>
            <p:cNvSpPr/>
            <p:nvPr/>
          </p:nvSpPr>
          <p:spPr>
            <a:xfrm>
              <a:off x="6119444" y="4698609"/>
              <a:ext cx="182881" cy="16881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352944" y="4598349"/>
              <a:ext cx="22438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Terms and Conditions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  <p:grpSp>
          <p:nvGrpSpPr>
            <p:cNvPr id="34" name="Group 33"/>
            <p:cNvGrpSpPr/>
            <p:nvPr/>
          </p:nvGrpSpPr>
          <p:grpSpPr>
            <a:xfrm>
              <a:off x="6092715" y="5032662"/>
              <a:ext cx="1845599" cy="369332"/>
              <a:chOff x="6092715" y="5032662"/>
              <a:chExt cx="1845599" cy="369332"/>
            </a:xfrm>
          </p:grpSpPr>
          <p:sp>
            <p:nvSpPr>
              <p:cNvPr id="32" name="Rounded Rectangle 31"/>
              <p:cNvSpPr/>
              <p:nvPr/>
            </p:nvSpPr>
            <p:spPr>
              <a:xfrm>
                <a:off x="6092715" y="5054827"/>
                <a:ext cx="1845599" cy="347167"/>
              </a:xfrm>
              <a:prstGeom prst="roundRect">
                <a:avLst/>
              </a:prstGeom>
              <a:gradFill flip="none" rotWithShape="1">
                <a:gsLst>
                  <a:gs pos="0">
                    <a:srgbClr val="CA5AB2"/>
                  </a:gs>
                  <a:gs pos="100000">
                    <a:srgbClr val="6C2E9A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6189614" y="5032662"/>
                <a:ext cx="1637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</a:rPr>
                  <a:t>Create Account</a:t>
                </a:r>
                <a:endParaRPr lang="en-IN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5" name="TextBox 34"/>
            <p:cNvSpPr txBox="1"/>
            <p:nvPr/>
          </p:nvSpPr>
          <p:spPr>
            <a:xfrm>
              <a:off x="6011591" y="836080"/>
              <a:ext cx="25013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>
                  <a:solidFill>
                    <a:srgbClr val="00B0F0"/>
                  </a:solidFill>
                </a:rPr>
                <a:t>Create An Account</a:t>
              </a:r>
              <a:endParaRPr lang="en-IN" sz="2400" dirty="0">
                <a:solidFill>
                  <a:srgbClr val="00B0F0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866049" y="4847996"/>
              <a:ext cx="2568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Powered by </a:t>
              </a:r>
              <a:r>
                <a:rPr lang="en-GB" b="1" dirty="0">
                  <a:solidFill>
                    <a:srgbClr val="FFC000"/>
                  </a:solidFill>
                </a:rPr>
                <a:t>Manikandan</a:t>
              </a:r>
              <a:endParaRPr lang="en-IN" b="1" dirty="0">
                <a:solidFill>
                  <a:srgbClr val="FFC000"/>
                </a:solidFill>
              </a:endParaRPr>
            </a:p>
          </p:txBody>
        </p:sp>
        <p:pic>
          <p:nvPicPr>
            <p:cNvPr id="37" name="Picture 2" descr="3d male character happy working on a laptop 24387908 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7091" y="1251198"/>
              <a:ext cx="3977212" cy="39772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15" y="-365939"/>
            <a:ext cx="2043392" cy="204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845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12191999" cy="6858000"/>
            <a:chOff x="0" y="0"/>
            <a:chExt cx="12191999" cy="6858000"/>
          </a:xfrm>
        </p:grpSpPr>
        <p:sp>
          <p:nvSpPr>
            <p:cNvPr id="4" name="Rectangle 3"/>
            <p:cNvSpPr/>
            <p:nvPr/>
          </p:nvSpPr>
          <p:spPr>
            <a:xfrm>
              <a:off x="0" y="0"/>
              <a:ext cx="12191999" cy="6858000"/>
            </a:xfrm>
            <a:prstGeom prst="rect">
              <a:avLst/>
            </a:prstGeom>
            <a:gradFill flip="none" rotWithShape="1">
              <a:gsLst>
                <a:gs pos="32000">
                  <a:srgbClr val="36244A"/>
                </a:gs>
                <a:gs pos="4000">
                  <a:srgbClr val="261036"/>
                </a:gs>
                <a:gs pos="72000">
                  <a:srgbClr val="933983"/>
                </a:gs>
                <a:gs pos="100000">
                  <a:srgbClr val="8F2D7A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76179" y="1057714"/>
              <a:ext cx="4023358" cy="4742571"/>
            </a:xfrm>
            <a:prstGeom prst="roundRect">
              <a:avLst/>
            </a:prstGeom>
            <a:gradFill flip="none" rotWithShape="1">
              <a:gsLst>
                <a:gs pos="0">
                  <a:srgbClr val="C13DA5"/>
                </a:gs>
                <a:gs pos="86000">
                  <a:srgbClr val="7B2769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7260842" y="1448975"/>
              <a:ext cx="2588457" cy="886262"/>
              <a:chOff x="6011591" y="1448975"/>
              <a:chExt cx="2588457" cy="886262"/>
            </a:xfrm>
          </p:grpSpPr>
          <p:sp>
            <p:nvSpPr>
              <p:cNvPr id="6" name="Rounded Rectangle 5"/>
              <p:cNvSpPr/>
              <p:nvPr/>
            </p:nvSpPr>
            <p:spPr>
              <a:xfrm>
                <a:off x="6095999" y="1828800"/>
                <a:ext cx="2504049" cy="506437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6011591" y="1448975"/>
                <a:ext cx="11641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</a:rPr>
                  <a:t>Username</a:t>
                </a:r>
                <a:endParaRPr lang="en-IN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6175716" y="1897352"/>
                <a:ext cx="22099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1">
                        <a:lumMod val="85000"/>
                      </a:schemeClr>
                    </a:solidFill>
                  </a:rPr>
                  <a:t>Enter your user name</a:t>
                </a:r>
                <a:endParaRPr lang="en-IN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>
              <a:off x="7299478" y="2497076"/>
              <a:ext cx="2588457" cy="886262"/>
              <a:chOff x="6011591" y="1448975"/>
              <a:chExt cx="2588457" cy="886262"/>
            </a:xfrm>
          </p:grpSpPr>
          <p:sp>
            <p:nvSpPr>
              <p:cNvPr id="15" name="Rounded Rectangle 14"/>
              <p:cNvSpPr/>
              <p:nvPr/>
            </p:nvSpPr>
            <p:spPr>
              <a:xfrm>
                <a:off x="6095999" y="1828800"/>
                <a:ext cx="2504049" cy="506437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6011591" y="1448975"/>
                <a:ext cx="10944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</a:rPr>
                  <a:t>Password</a:t>
                </a:r>
                <a:endParaRPr lang="en-IN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6175716" y="1897352"/>
                <a:ext cx="21121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1">
                        <a:lumMod val="85000"/>
                      </a:schemeClr>
                    </a:solidFill>
                  </a:rPr>
                  <a:t>Enter your password</a:t>
                </a:r>
                <a:endParaRPr lang="en-IN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p:grpSp>
        <p:sp>
          <p:nvSpPr>
            <p:cNvPr id="31" name="TextBox 30"/>
            <p:cNvSpPr txBox="1"/>
            <p:nvPr/>
          </p:nvSpPr>
          <p:spPr>
            <a:xfrm>
              <a:off x="8578397" y="3517398"/>
              <a:ext cx="20739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u="sng" dirty="0">
                  <a:solidFill>
                    <a:schemeClr val="bg1"/>
                  </a:solidFill>
                </a:rPr>
                <a:t>Create new account</a:t>
              </a:r>
              <a:endParaRPr lang="en-IN" u="sng" dirty="0">
                <a:solidFill>
                  <a:schemeClr val="bg1"/>
                </a:solidFill>
              </a:endParaRPr>
            </a:p>
          </p:txBody>
        </p:sp>
        <p:grpSp>
          <p:nvGrpSpPr>
            <p:cNvPr id="34" name="Group 33"/>
            <p:cNvGrpSpPr/>
            <p:nvPr/>
          </p:nvGrpSpPr>
          <p:grpSpPr>
            <a:xfrm>
              <a:off x="8134289" y="3998625"/>
              <a:ext cx="791320" cy="369332"/>
              <a:chOff x="6092716" y="5032662"/>
              <a:chExt cx="791320" cy="369332"/>
            </a:xfrm>
          </p:grpSpPr>
          <p:sp>
            <p:nvSpPr>
              <p:cNvPr id="32" name="Rounded Rectangle 31"/>
              <p:cNvSpPr/>
              <p:nvPr/>
            </p:nvSpPr>
            <p:spPr>
              <a:xfrm>
                <a:off x="6092716" y="5054827"/>
                <a:ext cx="791320" cy="347167"/>
              </a:xfrm>
              <a:prstGeom prst="roundRect">
                <a:avLst/>
              </a:prstGeom>
              <a:gradFill flip="none" rotWithShape="1">
                <a:gsLst>
                  <a:gs pos="0">
                    <a:srgbClr val="CA5AB2"/>
                  </a:gs>
                  <a:gs pos="100000">
                    <a:srgbClr val="6C2E9A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6189614" y="5032662"/>
                <a:ext cx="6944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</a:rPr>
                  <a:t>Login</a:t>
                </a:r>
                <a:endParaRPr lang="en-IN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5" name="TextBox 34"/>
            <p:cNvSpPr txBox="1"/>
            <p:nvPr/>
          </p:nvSpPr>
          <p:spPr>
            <a:xfrm>
              <a:off x="7016142" y="836080"/>
              <a:ext cx="8531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>
                  <a:solidFill>
                    <a:srgbClr val="00B0F0"/>
                  </a:solidFill>
                </a:rPr>
                <a:t>Login</a:t>
              </a:r>
              <a:endParaRPr lang="en-IN" sz="2400" dirty="0">
                <a:solidFill>
                  <a:srgbClr val="00B0F0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866049" y="4847996"/>
              <a:ext cx="2568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Powered by </a:t>
              </a:r>
              <a:r>
                <a:rPr lang="en-GB" b="1" dirty="0">
                  <a:solidFill>
                    <a:srgbClr val="FFC000"/>
                  </a:solidFill>
                </a:rPr>
                <a:t>Manikandan</a:t>
              </a:r>
              <a:endParaRPr lang="en-IN" b="1" dirty="0">
                <a:solidFill>
                  <a:srgbClr val="FFC000"/>
                </a:solidFill>
              </a:endParaRPr>
            </a:p>
          </p:txBody>
        </p:sp>
        <p:pic>
          <p:nvPicPr>
            <p:cNvPr id="39" name="Picture 4" descr="On Computer PNGs for Free Download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5541" y="961408"/>
              <a:ext cx="4017372" cy="40173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15" y="-365939"/>
            <a:ext cx="2043392" cy="204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552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Rectangle 3"/>
            <p:cNvSpPr/>
            <p:nvPr/>
          </p:nvSpPr>
          <p:spPr>
            <a:xfrm>
              <a:off x="0" y="0"/>
              <a:ext cx="12191999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0" y="0"/>
              <a:ext cx="785611" cy="6858000"/>
            </a:xfrm>
            <a:prstGeom prst="roundRect">
              <a:avLst>
                <a:gd name="adj" fmla="val 22"/>
              </a:avLst>
            </a:prstGeom>
            <a:solidFill>
              <a:srgbClr val="8F2E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85611" y="0"/>
              <a:ext cx="11406389" cy="437882"/>
            </a:xfrm>
            <a:prstGeom prst="roundRect">
              <a:avLst>
                <a:gd name="adj" fmla="val 2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85610" y="34275"/>
              <a:ext cx="12221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Dashboard</a:t>
              </a:r>
              <a:endParaRPr lang="en-IN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9903854" y="17034"/>
              <a:ext cx="2262084" cy="386573"/>
              <a:chOff x="5203060" y="17034"/>
              <a:chExt cx="1983894" cy="386573"/>
            </a:xfrm>
          </p:grpSpPr>
          <p:sp>
            <p:nvSpPr>
              <p:cNvPr id="22" name="Rounded Rectangle 21"/>
              <p:cNvSpPr/>
              <p:nvPr/>
            </p:nvSpPr>
            <p:spPr>
              <a:xfrm>
                <a:off x="5203060" y="34275"/>
                <a:ext cx="1928794" cy="369332"/>
              </a:xfrm>
              <a:prstGeom prst="roundRect">
                <a:avLst/>
              </a:prstGeom>
              <a:solidFill>
                <a:srgbClr val="C850A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5602931" y="17034"/>
                <a:ext cx="15840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1"/>
                    </a:solidFill>
                  </a:rPr>
                  <a:t>Add new client</a:t>
                </a:r>
                <a:endParaRPr lang="en-IN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868" y="94673"/>
              <a:ext cx="265989" cy="265989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5526227" y="3244334"/>
              <a:ext cx="11395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No Clients</a:t>
              </a:r>
              <a:endParaRPr lang="en-IN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03" y="44864"/>
            <a:ext cx="683003" cy="68300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22" y="6309573"/>
            <a:ext cx="446163" cy="446163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110511" y="837871"/>
            <a:ext cx="564584" cy="553048"/>
            <a:chOff x="110511" y="837871"/>
            <a:chExt cx="564584" cy="553048"/>
          </a:xfrm>
        </p:grpSpPr>
        <p:sp>
          <p:nvSpPr>
            <p:cNvPr id="9" name="Rounded Rectangle 8"/>
            <p:cNvSpPr/>
            <p:nvPr/>
          </p:nvSpPr>
          <p:spPr>
            <a:xfrm>
              <a:off x="110511" y="837871"/>
              <a:ext cx="564584" cy="553048"/>
            </a:xfrm>
            <a:prstGeom prst="roundRect">
              <a:avLst/>
            </a:prstGeom>
            <a:solidFill>
              <a:srgbClr val="7B27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5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867" y="968459"/>
              <a:ext cx="291872" cy="2918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25558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Rectangle 3"/>
            <p:cNvSpPr/>
            <p:nvPr/>
          </p:nvSpPr>
          <p:spPr>
            <a:xfrm>
              <a:off x="0" y="0"/>
              <a:ext cx="12191999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0" y="0"/>
              <a:ext cx="785611" cy="6858000"/>
            </a:xfrm>
            <a:prstGeom prst="roundRect">
              <a:avLst>
                <a:gd name="adj" fmla="val 22"/>
              </a:avLst>
            </a:prstGeom>
            <a:solidFill>
              <a:srgbClr val="8F2E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85611" y="0"/>
              <a:ext cx="11406389" cy="437882"/>
            </a:xfrm>
            <a:prstGeom prst="roundRect">
              <a:avLst>
                <a:gd name="adj" fmla="val 2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85610" y="34275"/>
              <a:ext cx="12221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Dashboard</a:t>
              </a:r>
              <a:endParaRPr lang="en-IN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9903854" y="17034"/>
              <a:ext cx="2262084" cy="386573"/>
              <a:chOff x="5203060" y="17034"/>
              <a:chExt cx="1983894" cy="386573"/>
            </a:xfrm>
          </p:grpSpPr>
          <p:sp>
            <p:nvSpPr>
              <p:cNvPr id="22" name="Rounded Rectangle 21"/>
              <p:cNvSpPr/>
              <p:nvPr/>
            </p:nvSpPr>
            <p:spPr>
              <a:xfrm>
                <a:off x="5203060" y="34275"/>
                <a:ext cx="1928794" cy="369332"/>
              </a:xfrm>
              <a:prstGeom prst="roundRect">
                <a:avLst/>
              </a:prstGeom>
              <a:solidFill>
                <a:srgbClr val="C850A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5602931" y="17034"/>
                <a:ext cx="15840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1"/>
                    </a:solidFill>
                  </a:rPr>
                  <a:t>Add new client</a:t>
                </a:r>
                <a:endParaRPr lang="en-IN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868" y="94673"/>
              <a:ext cx="265989" cy="265989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5526227" y="3244334"/>
              <a:ext cx="11395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No Clients</a:t>
              </a:r>
              <a:endParaRPr lang="en-IN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03" y="44864"/>
            <a:ext cx="683003" cy="68300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22" y="6309573"/>
            <a:ext cx="446163" cy="44616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10511" y="837871"/>
            <a:ext cx="564584" cy="553048"/>
          </a:xfrm>
          <a:prstGeom prst="roundRect">
            <a:avLst/>
          </a:prstGeom>
          <a:solidFill>
            <a:srgbClr val="7B27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06" y="984398"/>
            <a:ext cx="259993" cy="25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185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Rectangle 3"/>
            <p:cNvSpPr/>
            <p:nvPr/>
          </p:nvSpPr>
          <p:spPr>
            <a:xfrm>
              <a:off x="0" y="0"/>
              <a:ext cx="12191999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0" y="0"/>
              <a:ext cx="785611" cy="6858000"/>
            </a:xfrm>
            <a:prstGeom prst="roundRect">
              <a:avLst>
                <a:gd name="adj" fmla="val 22"/>
              </a:avLst>
            </a:prstGeom>
            <a:solidFill>
              <a:srgbClr val="8F2E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85611" y="0"/>
              <a:ext cx="11406389" cy="437882"/>
            </a:xfrm>
            <a:prstGeom prst="roundRect">
              <a:avLst>
                <a:gd name="adj" fmla="val 2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85610" y="34275"/>
              <a:ext cx="12221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Dashboard</a:t>
              </a:r>
              <a:endParaRPr lang="en-IN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9903854" y="17034"/>
              <a:ext cx="2262084" cy="386573"/>
              <a:chOff x="5203060" y="17034"/>
              <a:chExt cx="1983894" cy="386573"/>
            </a:xfrm>
          </p:grpSpPr>
          <p:sp>
            <p:nvSpPr>
              <p:cNvPr id="22" name="Rounded Rectangle 21"/>
              <p:cNvSpPr/>
              <p:nvPr/>
            </p:nvSpPr>
            <p:spPr>
              <a:xfrm>
                <a:off x="5203060" y="34275"/>
                <a:ext cx="1928794" cy="369332"/>
              </a:xfrm>
              <a:prstGeom prst="roundRect">
                <a:avLst/>
              </a:prstGeom>
              <a:solidFill>
                <a:srgbClr val="C850A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5602931" y="17034"/>
                <a:ext cx="15840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1"/>
                    </a:solidFill>
                  </a:rPr>
                  <a:t>Add new client</a:t>
                </a:r>
                <a:endParaRPr lang="en-IN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868" y="94673"/>
              <a:ext cx="265989" cy="265989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5526227" y="3244334"/>
              <a:ext cx="11395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No Clients</a:t>
              </a:r>
              <a:endParaRPr lang="en-IN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03" y="44864"/>
            <a:ext cx="683003" cy="68300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22" y="6309573"/>
            <a:ext cx="446163" cy="446163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110511" y="837871"/>
            <a:ext cx="564584" cy="553048"/>
            <a:chOff x="110511" y="837871"/>
            <a:chExt cx="564584" cy="553048"/>
          </a:xfrm>
        </p:grpSpPr>
        <p:sp>
          <p:nvSpPr>
            <p:cNvPr id="9" name="Rounded Rectangle 8"/>
            <p:cNvSpPr/>
            <p:nvPr/>
          </p:nvSpPr>
          <p:spPr>
            <a:xfrm>
              <a:off x="110511" y="837871"/>
              <a:ext cx="564584" cy="553048"/>
            </a:xfrm>
            <a:prstGeom prst="roundRect">
              <a:avLst/>
            </a:prstGeom>
            <a:solidFill>
              <a:srgbClr val="631F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5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867" y="968459"/>
              <a:ext cx="291872" cy="2918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92690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Rectangle 3"/>
            <p:cNvSpPr/>
            <p:nvPr/>
          </p:nvSpPr>
          <p:spPr>
            <a:xfrm>
              <a:off x="0" y="0"/>
              <a:ext cx="12191999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0" y="0"/>
              <a:ext cx="785611" cy="6858000"/>
            </a:xfrm>
            <a:prstGeom prst="roundRect">
              <a:avLst>
                <a:gd name="adj" fmla="val 22"/>
              </a:avLst>
            </a:prstGeom>
            <a:solidFill>
              <a:srgbClr val="8F2E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85611" y="0"/>
              <a:ext cx="11406389" cy="437882"/>
            </a:xfrm>
            <a:prstGeom prst="roundRect">
              <a:avLst>
                <a:gd name="adj" fmla="val 2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85610" y="34275"/>
              <a:ext cx="12221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Dashboard</a:t>
              </a:r>
              <a:endParaRPr lang="en-IN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9903854" y="17034"/>
              <a:ext cx="2262084" cy="386573"/>
              <a:chOff x="5203060" y="17034"/>
              <a:chExt cx="1983894" cy="386573"/>
            </a:xfrm>
          </p:grpSpPr>
          <p:sp>
            <p:nvSpPr>
              <p:cNvPr id="22" name="Rounded Rectangle 21"/>
              <p:cNvSpPr/>
              <p:nvPr/>
            </p:nvSpPr>
            <p:spPr>
              <a:xfrm>
                <a:off x="5203060" y="34275"/>
                <a:ext cx="1928794" cy="369332"/>
              </a:xfrm>
              <a:prstGeom prst="roundRect">
                <a:avLst/>
              </a:prstGeom>
              <a:solidFill>
                <a:srgbClr val="C850A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5602931" y="17034"/>
                <a:ext cx="15840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1"/>
                    </a:solidFill>
                  </a:rPr>
                  <a:t>Add new client</a:t>
                </a:r>
                <a:endParaRPr lang="en-IN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868" y="94673"/>
              <a:ext cx="265989" cy="265989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5526227" y="3244334"/>
              <a:ext cx="11395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No Clients</a:t>
              </a:r>
              <a:endParaRPr lang="en-IN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ounded Rectangle 12"/>
          <p:cNvSpPr/>
          <p:nvPr/>
        </p:nvSpPr>
        <p:spPr>
          <a:xfrm>
            <a:off x="1349865" y="527874"/>
            <a:ext cx="9492266" cy="5802251"/>
          </a:xfrm>
          <a:prstGeom prst="roundRect">
            <a:avLst>
              <a:gd name="adj" fmla="val 22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1549952" y="650314"/>
            <a:ext cx="1636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Add New Client</a:t>
            </a:r>
            <a:endParaRPr lang="en-I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690018" y="1296634"/>
            <a:ext cx="8681421" cy="3022485"/>
            <a:chOff x="1690018" y="1142086"/>
            <a:chExt cx="8681421" cy="3022485"/>
          </a:xfrm>
        </p:grpSpPr>
        <p:sp>
          <p:nvSpPr>
            <p:cNvPr id="16" name="Rounded Rectangle 15"/>
            <p:cNvSpPr/>
            <p:nvPr/>
          </p:nvSpPr>
          <p:spPr>
            <a:xfrm>
              <a:off x="1774426" y="1521911"/>
              <a:ext cx="2504049" cy="50643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690018" y="1142086"/>
              <a:ext cx="1966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MQTT Client Name</a:t>
              </a:r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854143" y="1590463"/>
              <a:ext cx="2271916" cy="408623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>
                      <a:lumMod val="75000"/>
                    </a:schemeClr>
                  </a:solidFill>
                </a:rPr>
                <a:t>Client Name                  </a:t>
              </a:r>
              <a:endParaRPr lang="en-IN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858834" y="2664097"/>
              <a:ext cx="2504049" cy="50643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774426" y="2284272"/>
              <a:ext cx="1586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MQTT Client Id</a:t>
              </a:r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938551" y="2732649"/>
              <a:ext cx="2187508" cy="408623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>
                      <a:lumMod val="75000"/>
                    </a:schemeClr>
                  </a:solidFill>
                </a:rPr>
                <a:t>Auto generated       </a:t>
              </a:r>
              <a:endParaRPr lang="en-IN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4854372" y="1527157"/>
              <a:ext cx="2504049" cy="50643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769964" y="1147332"/>
              <a:ext cx="1149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Username</a:t>
              </a:r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934089" y="1595709"/>
              <a:ext cx="2187508" cy="408623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>
                      <a:lumMod val="75000"/>
                    </a:schemeClr>
                  </a:solidFill>
                </a:rPr>
                <a:t>Username</a:t>
              </a:r>
              <a:endParaRPr lang="en-IN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4854372" y="2653153"/>
              <a:ext cx="2504049" cy="50643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769964" y="2273328"/>
              <a:ext cx="10709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Password</a:t>
              </a:r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934089" y="2721705"/>
              <a:ext cx="2187508" cy="408623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>
                      <a:lumMod val="75000"/>
                    </a:schemeClr>
                  </a:solidFill>
                </a:rPr>
                <a:t>Password</a:t>
              </a:r>
              <a:endParaRPr lang="en-IN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7849911" y="1527157"/>
              <a:ext cx="2504049" cy="50643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765503" y="1147332"/>
              <a:ext cx="6149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Host</a:t>
              </a:r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929628" y="1595709"/>
              <a:ext cx="2204987" cy="408623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>
                      <a:lumMod val="75000"/>
                    </a:schemeClr>
                  </a:solidFill>
                </a:rPr>
                <a:t>Host</a:t>
              </a:r>
              <a:endParaRPr lang="en-IN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7867390" y="2658399"/>
              <a:ext cx="2504049" cy="50643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782982" y="2278574"/>
              <a:ext cx="9686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Protocol</a:t>
              </a:r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947107" y="2726951"/>
              <a:ext cx="2187508" cy="408623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>
                      <a:lumMod val="75000"/>
                    </a:schemeClr>
                  </a:solidFill>
                </a:rPr>
                <a:t>Select                         </a:t>
              </a:r>
              <a:endParaRPr lang="en-IN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774426" y="3307571"/>
              <a:ext cx="5677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QoS</a:t>
              </a:r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938551" y="3755948"/>
              <a:ext cx="2187508" cy="408623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>
                      <a:lumMod val="75000"/>
                    </a:schemeClr>
                  </a:solidFill>
                </a:rPr>
                <a:t>Select       </a:t>
              </a:r>
              <a:endParaRPr lang="en-IN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769964" y="3307571"/>
              <a:ext cx="16007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Auto connect ?</a:t>
              </a:r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854372" y="3755948"/>
              <a:ext cx="232783" cy="223624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787723" y="3307119"/>
              <a:ext cx="2128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Keep Alive (Seconds)</a:t>
              </a:r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951848" y="3755496"/>
              <a:ext cx="2187508" cy="408623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>
                      <a:lumMod val="75000"/>
                    </a:schemeClr>
                  </a:solidFill>
                </a:rPr>
                <a:t>20       </a:t>
              </a:r>
              <a:endParaRPr lang="en-IN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4732267" y="5027811"/>
            <a:ext cx="1224930" cy="408623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SAVE 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133491" y="5027810"/>
            <a:ext cx="1224930" cy="408623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CANCEL</a:t>
            </a:r>
            <a:endParaRPr lang="en-IN" dirty="0">
              <a:solidFill>
                <a:schemeClr val="bg1"/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0225824" y="568403"/>
            <a:ext cx="521255" cy="408623"/>
            <a:chOff x="10225824" y="568403"/>
            <a:chExt cx="521255" cy="408623"/>
          </a:xfrm>
        </p:grpSpPr>
        <p:sp>
          <p:nvSpPr>
            <p:cNvPr id="53" name="TextBox 52"/>
            <p:cNvSpPr txBox="1"/>
            <p:nvPr/>
          </p:nvSpPr>
          <p:spPr>
            <a:xfrm>
              <a:off x="10225824" y="568403"/>
              <a:ext cx="521255" cy="40862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381210" y="667473"/>
              <a:ext cx="210481" cy="210481"/>
            </a:xfrm>
            <a:prstGeom prst="rect">
              <a:avLst/>
            </a:prstGeom>
          </p:spPr>
        </p:pic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925" y="3731889"/>
            <a:ext cx="494319" cy="494319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03" y="44864"/>
            <a:ext cx="683003" cy="683003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54" y="2946233"/>
            <a:ext cx="278737" cy="27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800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Rectangle 3"/>
            <p:cNvSpPr/>
            <p:nvPr/>
          </p:nvSpPr>
          <p:spPr>
            <a:xfrm>
              <a:off x="0" y="0"/>
              <a:ext cx="12191999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0" y="0"/>
              <a:ext cx="785611" cy="6858000"/>
            </a:xfrm>
            <a:prstGeom prst="roundRect">
              <a:avLst>
                <a:gd name="adj" fmla="val 22"/>
              </a:avLst>
            </a:prstGeom>
            <a:solidFill>
              <a:srgbClr val="8F2E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85611" y="0"/>
              <a:ext cx="11406389" cy="437882"/>
            </a:xfrm>
            <a:prstGeom prst="roundRect">
              <a:avLst>
                <a:gd name="adj" fmla="val 2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85610" y="34275"/>
              <a:ext cx="12221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Dashboard</a:t>
              </a:r>
              <a:endParaRPr lang="en-IN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9903854" y="17034"/>
              <a:ext cx="2262084" cy="386573"/>
              <a:chOff x="5203060" y="17034"/>
              <a:chExt cx="1983894" cy="386573"/>
            </a:xfrm>
          </p:grpSpPr>
          <p:sp>
            <p:nvSpPr>
              <p:cNvPr id="22" name="Rounded Rectangle 21"/>
              <p:cNvSpPr/>
              <p:nvPr/>
            </p:nvSpPr>
            <p:spPr>
              <a:xfrm>
                <a:off x="5203060" y="34275"/>
                <a:ext cx="1928794" cy="369332"/>
              </a:xfrm>
              <a:prstGeom prst="roundRect">
                <a:avLst/>
              </a:prstGeom>
              <a:solidFill>
                <a:srgbClr val="C850A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5602931" y="17034"/>
                <a:ext cx="15840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1"/>
                    </a:solidFill>
                  </a:rPr>
                  <a:t>Add new client</a:t>
                </a:r>
                <a:endParaRPr lang="en-IN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868" y="94673"/>
              <a:ext cx="265989" cy="265989"/>
            </a:xfrm>
            <a:prstGeom prst="rect">
              <a:avLst/>
            </a:prstGeom>
          </p:spPr>
        </p:pic>
      </p:grpSp>
      <p:grpSp>
        <p:nvGrpSpPr>
          <p:cNvPr id="6" name="Group 5"/>
          <p:cNvGrpSpPr/>
          <p:nvPr/>
        </p:nvGrpSpPr>
        <p:grpSpPr>
          <a:xfrm>
            <a:off x="1359216" y="772730"/>
            <a:ext cx="3065172" cy="1107583"/>
            <a:chOff x="1068948" y="772733"/>
            <a:chExt cx="3065172" cy="1107583"/>
          </a:xfrm>
        </p:grpSpPr>
        <p:sp>
          <p:nvSpPr>
            <p:cNvPr id="2" name="Rounded Rectangle 1"/>
            <p:cNvSpPr/>
            <p:nvPr/>
          </p:nvSpPr>
          <p:spPr>
            <a:xfrm>
              <a:off x="1068948" y="772733"/>
              <a:ext cx="3065172" cy="1107583"/>
            </a:xfrm>
            <a:prstGeom prst="roundRect">
              <a:avLst>
                <a:gd name="adj" fmla="val 4667"/>
              </a:avLst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153591" y="824249"/>
              <a:ext cx="9055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Client 1</a:t>
              </a:r>
              <a:endParaRPr lang="en-IN" b="1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979320" y="1159100"/>
              <a:ext cx="12267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Client Host</a:t>
              </a:r>
              <a:endParaRPr lang="en-IN" b="1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32706" y="1467778"/>
              <a:ext cx="18083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Client Connected</a:t>
              </a:r>
              <a:endParaRPr lang="en-IN" b="1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981923" y="772730"/>
            <a:ext cx="3065172" cy="1107583"/>
            <a:chOff x="1068948" y="772733"/>
            <a:chExt cx="3065172" cy="1107583"/>
          </a:xfrm>
        </p:grpSpPr>
        <p:sp>
          <p:nvSpPr>
            <p:cNvPr id="19" name="Rounded Rectangle 18"/>
            <p:cNvSpPr/>
            <p:nvPr/>
          </p:nvSpPr>
          <p:spPr>
            <a:xfrm>
              <a:off x="1068948" y="772733"/>
              <a:ext cx="3065172" cy="1107583"/>
            </a:xfrm>
            <a:prstGeom prst="roundRect">
              <a:avLst>
                <a:gd name="adj" fmla="val 4667"/>
              </a:avLst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153591" y="824249"/>
              <a:ext cx="9055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Client 2</a:t>
              </a:r>
              <a:endParaRPr lang="en-IN" b="1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979320" y="1159100"/>
              <a:ext cx="12267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Client Host</a:t>
              </a:r>
              <a:endParaRPr lang="en-IN" b="1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642553" y="1467778"/>
              <a:ext cx="207492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Client Disconnected</a:t>
              </a:r>
              <a:endParaRPr lang="en-IN" b="1" dirty="0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8620701" y="772731"/>
            <a:ext cx="3065172" cy="1107583"/>
            <a:chOff x="1068948" y="772733"/>
            <a:chExt cx="3065172" cy="1107583"/>
          </a:xfrm>
        </p:grpSpPr>
        <p:sp>
          <p:nvSpPr>
            <p:cNvPr id="29" name="Rounded Rectangle 28"/>
            <p:cNvSpPr/>
            <p:nvPr/>
          </p:nvSpPr>
          <p:spPr>
            <a:xfrm>
              <a:off x="1068948" y="772733"/>
              <a:ext cx="3065172" cy="1107583"/>
            </a:xfrm>
            <a:prstGeom prst="roundRect">
              <a:avLst>
                <a:gd name="adj" fmla="val 4667"/>
              </a:avLst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153591" y="824249"/>
              <a:ext cx="9055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Client 3</a:t>
              </a:r>
              <a:endParaRPr lang="en-IN" b="1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979320" y="1159100"/>
              <a:ext cx="12267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Client Host</a:t>
              </a:r>
              <a:endParaRPr lang="en-IN" b="1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758464" y="1467778"/>
              <a:ext cx="18083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Client Connected</a:t>
              </a:r>
              <a:endParaRPr lang="en-IN" b="1" dirty="0"/>
            </a:p>
          </p:txBody>
        </p:sp>
      </p:grpSp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03" y="44864"/>
            <a:ext cx="683003" cy="683003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22" y="6309573"/>
            <a:ext cx="446163" cy="446163"/>
          </a:xfrm>
          <a:prstGeom prst="rect">
            <a:avLst/>
          </a:prstGeom>
        </p:spPr>
      </p:pic>
      <p:grpSp>
        <p:nvGrpSpPr>
          <p:cNvPr id="40" name="Group 39"/>
          <p:cNvGrpSpPr/>
          <p:nvPr/>
        </p:nvGrpSpPr>
        <p:grpSpPr>
          <a:xfrm>
            <a:off x="110511" y="837871"/>
            <a:ext cx="564584" cy="553048"/>
            <a:chOff x="110511" y="837871"/>
            <a:chExt cx="564584" cy="553048"/>
          </a:xfrm>
        </p:grpSpPr>
        <p:sp>
          <p:nvSpPr>
            <p:cNvPr id="41" name="Rounded Rectangle 40"/>
            <p:cNvSpPr/>
            <p:nvPr/>
          </p:nvSpPr>
          <p:spPr>
            <a:xfrm>
              <a:off x="110511" y="837871"/>
              <a:ext cx="564584" cy="553048"/>
            </a:xfrm>
            <a:prstGeom prst="roundRect">
              <a:avLst/>
            </a:prstGeom>
            <a:solidFill>
              <a:srgbClr val="631F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2" name="Picture 41"/>
            <p:cNvPicPr>
              <a:picLocks noChangeAspect="1"/>
            </p:cNvPicPr>
            <p:nvPr/>
          </p:nvPicPr>
          <p:blipFill>
            <a:blip r:embed="rId5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867" y="968459"/>
              <a:ext cx="291872" cy="2918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74512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Rectangle 3"/>
            <p:cNvSpPr/>
            <p:nvPr/>
          </p:nvSpPr>
          <p:spPr>
            <a:xfrm>
              <a:off x="0" y="0"/>
              <a:ext cx="12191999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0" y="0"/>
              <a:ext cx="785611" cy="6858000"/>
            </a:xfrm>
            <a:prstGeom prst="roundRect">
              <a:avLst>
                <a:gd name="adj" fmla="val 22"/>
              </a:avLst>
            </a:prstGeom>
            <a:solidFill>
              <a:srgbClr val="8F2E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85611" y="0"/>
              <a:ext cx="11406389" cy="437882"/>
            </a:xfrm>
            <a:prstGeom prst="roundRect">
              <a:avLst>
                <a:gd name="adj" fmla="val 2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85610" y="34275"/>
              <a:ext cx="12221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Dashboard</a:t>
              </a:r>
              <a:endParaRPr lang="en-IN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9903854" y="17034"/>
              <a:ext cx="2262084" cy="386573"/>
              <a:chOff x="5203060" y="17034"/>
              <a:chExt cx="1983894" cy="386573"/>
            </a:xfrm>
          </p:grpSpPr>
          <p:sp>
            <p:nvSpPr>
              <p:cNvPr id="22" name="Rounded Rectangle 21"/>
              <p:cNvSpPr/>
              <p:nvPr/>
            </p:nvSpPr>
            <p:spPr>
              <a:xfrm>
                <a:off x="5203060" y="34275"/>
                <a:ext cx="1928794" cy="369332"/>
              </a:xfrm>
              <a:prstGeom prst="roundRect">
                <a:avLst/>
              </a:prstGeom>
              <a:solidFill>
                <a:srgbClr val="C850A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5602931" y="17034"/>
                <a:ext cx="15840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1"/>
                    </a:solidFill>
                  </a:rPr>
                  <a:t>Add new client</a:t>
                </a:r>
                <a:endParaRPr lang="en-IN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868" y="94673"/>
              <a:ext cx="265989" cy="265989"/>
            </a:xfrm>
            <a:prstGeom prst="rect">
              <a:avLst/>
            </a:prstGeom>
          </p:spPr>
        </p:pic>
      </p:grpSp>
      <p:grpSp>
        <p:nvGrpSpPr>
          <p:cNvPr id="6" name="Group 5"/>
          <p:cNvGrpSpPr/>
          <p:nvPr/>
        </p:nvGrpSpPr>
        <p:grpSpPr>
          <a:xfrm>
            <a:off x="1359216" y="772730"/>
            <a:ext cx="3065172" cy="1107583"/>
            <a:chOff x="1068948" y="772733"/>
            <a:chExt cx="3065172" cy="1107583"/>
          </a:xfrm>
        </p:grpSpPr>
        <p:sp>
          <p:nvSpPr>
            <p:cNvPr id="2" name="Rounded Rectangle 1"/>
            <p:cNvSpPr/>
            <p:nvPr/>
          </p:nvSpPr>
          <p:spPr>
            <a:xfrm>
              <a:off x="1068948" y="772733"/>
              <a:ext cx="3065172" cy="1107583"/>
            </a:xfrm>
            <a:prstGeom prst="roundRect">
              <a:avLst>
                <a:gd name="adj" fmla="val 4667"/>
              </a:avLst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153591" y="824249"/>
              <a:ext cx="9055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Client 1</a:t>
              </a:r>
              <a:endParaRPr lang="en-IN" b="1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979320" y="1159100"/>
              <a:ext cx="12267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Client Host</a:t>
              </a:r>
              <a:endParaRPr lang="en-IN" b="1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32706" y="1467778"/>
              <a:ext cx="18083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Client Connected</a:t>
              </a:r>
              <a:endParaRPr lang="en-IN" b="1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981923" y="772730"/>
            <a:ext cx="3065172" cy="1107583"/>
            <a:chOff x="1068948" y="772733"/>
            <a:chExt cx="3065172" cy="1107583"/>
          </a:xfrm>
        </p:grpSpPr>
        <p:sp>
          <p:nvSpPr>
            <p:cNvPr id="19" name="Rounded Rectangle 18"/>
            <p:cNvSpPr/>
            <p:nvPr/>
          </p:nvSpPr>
          <p:spPr>
            <a:xfrm>
              <a:off x="1068948" y="772733"/>
              <a:ext cx="3065172" cy="1107583"/>
            </a:xfrm>
            <a:prstGeom prst="roundRect">
              <a:avLst>
                <a:gd name="adj" fmla="val 4667"/>
              </a:avLst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153591" y="824249"/>
              <a:ext cx="9055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Client 2</a:t>
              </a:r>
              <a:endParaRPr lang="en-IN" b="1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979320" y="1159100"/>
              <a:ext cx="12267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Client Host</a:t>
              </a:r>
              <a:endParaRPr lang="en-IN" b="1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642553" y="1467778"/>
              <a:ext cx="207492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Client Disconnected</a:t>
              </a:r>
              <a:endParaRPr lang="en-IN" b="1" dirty="0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8620701" y="772731"/>
            <a:ext cx="3065172" cy="1107583"/>
            <a:chOff x="1068948" y="772733"/>
            <a:chExt cx="3065172" cy="1107583"/>
          </a:xfrm>
        </p:grpSpPr>
        <p:sp>
          <p:nvSpPr>
            <p:cNvPr id="29" name="Rounded Rectangle 28"/>
            <p:cNvSpPr/>
            <p:nvPr/>
          </p:nvSpPr>
          <p:spPr>
            <a:xfrm>
              <a:off x="1068948" y="772733"/>
              <a:ext cx="3065172" cy="1107583"/>
            </a:xfrm>
            <a:prstGeom prst="roundRect">
              <a:avLst>
                <a:gd name="adj" fmla="val 4667"/>
              </a:avLst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153591" y="824249"/>
              <a:ext cx="9055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Client 3</a:t>
              </a:r>
              <a:endParaRPr lang="en-IN" b="1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979320" y="1159100"/>
              <a:ext cx="12267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Client Host</a:t>
              </a:r>
              <a:endParaRPr lang="en-IN" b="1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758464" y="1467778"/>
              <a:ext cx="18083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Client Connected</a:t>
              </a:r>
              <a:endParaRPr lang="en-IN" b="1" dirty="0"/>
            </a:p>
          </p:txBody>
        </p:sp>
      </p:grpSp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03" y="44864"/>
            <a:ext cx="683003" cy="683003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22" y="6309573"/>
            <a:ext cx="446163" cy="446163"/>
          </a:xfrm>
          <a:prstGeom prst="rect">
            <a:avLst/>
          </a:prstGeom>
        </p:spPr>
      </p:pic>
      <p:grpSp>
        <p:nvGrpSpPr>
          <p:cNvPr id="40" name="Group 39"/>
          <p:cNvGrpSpPr/>
          <p:nvPr/>
        </p:nvGrpSpPr>
        <p:grpSpPr>
          <a:xfrm>
            <a:off x="110511" y="837871"/>
            <a:ext cx="564584" cy="553048"/>
            <a:chOff x="110511" y="837871"/>
            <a:chExt cx="564584" cy="553048"/>
          </a:xfrm>
        </p:grpSpPr>
        <p:sp>
          <p:nvSpPr>
            <p:cNvPr id="41" name="Rounded Rectangle 40"/>
            <p:cNvSpPr/>
            <p:nvPr/>
          </p:nvSpPr>
          <p:spPr>
            <a:xfrm>
              <a:off x="110511" y="837871"/>
              <a:ext cx="564584" cy="553048"/>
            </a:xfrm>
            <a:prstGeom prst="roundRect">
              <a:avLst/>
            </a:prstGeom>
            <a:solidFill>
              <a:srgbClr val="631F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2" name="Picture 41"/>
            <p:cNvPicPr>
              <a:picLocks noChangeAspect="1"/>
            </p:cNvPicPr>
            <p:nvPr/>
          </p:nvPicPr>
          <p:blipFill>
            <a:blip r:embed="rId5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867" y="968459"/>
              <a:ext cx="291872" cy="291872"/>
            </a:xfrm>
            <a:prstGeom prst="rect">
              <a:avLst/>
            </a:prstGeom>
          </p:spPr>
        </p:pic>
      </p:grpSp>
      <p:pic>
        <p:nvPicPr>
          <p:cNvPr id="34" name="Picture 3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228" y="51309"/>
            <a:ext cx="338796" cy="338796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1817" y="1533685"/>
            <a:ext cx="303422" cy="30342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511" y="57743"/>
            <a:ext cx="315152" cy="31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340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Rectangle 3"/>
            <p:cNvSpPr/>
            <p:nvPr/>
          </p:nvSpPr>
          <p:spPr>
            <a:xfrm>
              <a:off x="0" y="0"/>
              <a:ext cx="12191999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0" y="0"/>
              <a:ext cx="785611" cy="6858000"/>
            </a:xfrm>
            <a:prstGeom prst="roundRect">
              <a:avLst>
                <a:gd name="adj" fmla="val 22"/>
              </a:avLst>
            </a:prstGeom>
            <a:solidFill>
              <a:srgbClr val="8F2E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85611" y="0"/>
              <a:ext cx="11406389" cy="437882"/>
            </a:xfrm>
            <a:prstGeom prst="roundRect">
              <a:avLst>
                <a:gd name="adj" fmla="val 2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85610" y="34275"/>
              <a:ext cx="12221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Dashboard</a:t>
              </a:r>
              <a:endParaRPr lang="en-IN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9903854" y="17034"/>
              <a:ext cx="2262084" cy="386573"/>
              <a:chOff x="5203060" y="17034"/>
              <a:chExt cx="1983894" cy="386573"/>
            </a:xfrm>
          </p:grpSpPr>
          <p:sp>
            <p:nvSpPr>
              <p:cNvPr id="22" name="Rounded Rectangle 21"/>
              <p:cNvSpPr/>
              <p:nvPr/>
            </p:nvSpPr>
            <p:spPr>
              <a:xfrm>
                <a:off x="5203060" y="34275"/>
                <a:ext cx="1928794" cy="369332"/>
              </a:xfrm>
              <a:prstGeom prst="roundRect">
                <a:avLst/>
              </a:prstGeom>
              <a:solidFill>
                <a:srgbClr val="C850A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5602931" y="17034"/>
                <a:ext cx="15840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1"/>
                    </a:solidFill>
                  </a:rPr>
                  <a:t>Add new client</a:t>
                </a:r>
                <a:endParaRPr lang="en-IN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868" y="94673"/>
              <a:ext cx="265989" cy="265989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5526227" y="3244334"/>
              <a:ext cx="11395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No Clients</a:t>
              </a:r>
              <a:endParaRPr lang="en-IN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ounded Rectangle 12"/>
          <p:cNvSpPr/>
          <p:nvPr/>
        </p:nvSpPr>
        <p:spPr>
          <a:xfrm>
            <a:off x="1349865" y="527874"/>
            <a:ext cx="9492266" cy="5802251"/>
          </a:xfrm>
          <a:prstGeom prst="roundRect">
            <a:avLst>
              <a:gd name="adj" fmla="val 22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1549952" y="650314"/>
            <a:ext cx="1620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Edit New Client</a:t>
            </a:r>
            <a:endParaRPr lang="en-I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690018" y="1296634"/>
            <a:ext cx="8681421" cy="3022485"/>
            <a:chOff x="1690018" y="1142086"/>
            <a:chExt cx="8681421" cy="3022485"/>
          </a:xfrm>
        </p:grpSpPr>
        <p:sp>
          <p:nvSpPr>
            <p:cNvPr id="16" name="Rounded Rectangle 15"/>
            <p:cNvSpPr/>
            <p:nvPr/>
          </p:nvSpPr>
          <p:spPr>
            <a:xfrm>
              <a:off x="1774426" y="1521911"/>
              <a:ext cx="2504049" cy="50643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690018" y="1142086"/>
              <a:ext cx="1966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MQTT Client Name</a:t>
              </a:r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854143" y="1590463"/>
              <a:ext cx="2271916" cy="408623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>
                      <a:lumMod val="75000"/>
                    </a:schemeClr>
                  </a:solidFill>
                </a:rPr>
                <a:t>Client Name                  </a:t>
              </a:r>
              <a:endParaRPr lang="en-IN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858834" y="2664097"/>
              <a:ext cx="2504049" cy="50643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774426" y="2284272"/>
              <a:ext cx="1586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MQTT Client Id</a:t>
              </a:r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938551" y="2732649"/>
              <a:ext cx="2187508" cy="408623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>
                      <a:lumMod val="75000"/>
                    </a:schemeClr>
                  </a:solidFill>
                </a:rPr>
                <a:t>Auto generated       </a:t>
              </a:r>
              <a:endParaRPr lang="en-IN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4854372" y="1527157"/>
              <a:ext cx="2504049" cy="50643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769964" y="1147332"/>
              <a:ext cx="1149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Username</a:t>
              </a:r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934089" y="1595709"/>
              <a:ext cx="2187508" cy="408623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>
                      <a:lumMod val="75000"/>
                    </a:schemeClr>
                  </a:solidFill>
                </a:rPr>
                <a:t>Username</a:t>
              </a:r>
              <a:endParaRPr lang="en-IN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4854372" y="2653153"/>
              <a:ext cx="2504049" cy="50643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769964" y="2273328"/>
              <a:ext cx="10709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Password</a:t>
              </a:r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934089" y="2721705"/>
              <a:ext cx="2187508" cy="408623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>
                      <a:lumMod val="75000"/>
                    </a:schemeClr>
                  </a:solidFill>
                </a:rPr>
                <a:t>Password</a:t>
              </a:r>
              <a:endParaRPr lang="en-IN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7849911" y="1527157"/>
              <a:ext cx="2504049" cy="50643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765503" y="1147332"/>
              <a:ext cx="6149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Host</a:t>
              </a:r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929628" y="1595709"/>
              <a:ext cx="2204987" cy="408623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>
                      <a:lumMod val="75000"/>
                    </a:schemeClr>
                  </a:solidFill>
                </a:rPr>
                <a:t>Host</a:t>
              </a:r>
              <a:endParaRPr lang="en-IN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7867390" y="2658399"/>
              <a:ext cx="2504049" cy="50643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782982" y="2278574"/>
              <a:ext cx="9686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Protocol</a:t>
              </a:r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947107" y="2726951"/>
              <a:ext cx="2187508" cy="408623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>
                      <a:lumMod val="75000"/>
                    </a:schemeClr>
                  </a:solidFill>
                </a:rPr>
                <a:t>Select                         </a:t>
              </a:r>
              <a:endParaRPr lang="en-IN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774426" y="3307571"/>
              <a:ext cx="5677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QoS</a:t>
              </a:r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938551" y="3755948"/>
              <a:ext cx="2187508" cy="408623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>
                      <a:lumMod val="75000"/>
                    </a:schemeClr>
                  </a:solidFill>
                </a:rPr>
                <a:t>Select       </a:t>
              </a:r>
              <a:endParaRPr lang="en-IN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769964" y="3307571"/>
              <a:ext cx="16007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Auto connect ?</a:t>
              </a:r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854372" y="3755948"/>
              <a:ext cx="232783" cy="223624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787723" y="3307119"/>
              <a:ext cx="2128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Keep Alive (Seconds)</a:t>
              </a:r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951848" y="3755496"/>
              <a:ext cx="2187508" cy="408623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>
                      <a:lumMod val="75000"/>
                    </a:schemeClr>
                  </a:solidFill>
                </a:rPr>
                <a:t>20       </a:t>
              </a:r>
              <a:endParaRPr lang="en-IN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4732267" y="5027811"/>
            <a:ext cx="1224930" cy="408623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SAVE 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133491" y="5027810"/>
            <a:ext cx="1224930" cy="408623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CANCEL</a:t>
            </a:r>
            <a:endParaRPr lang="en-IN" dirty="0">
              <a:solidFill>
                <a:schemeClr val="bg1"/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0225824" y="568403"/>
            <a:ext cx="521255" cy="408623"/>
            <a:chOff x="10225824" y="568403"/>
            <a:chExt cx="521255" cy="408623"/>
          </a:xfrm>
        </p:grpSpPr>
        <p:sp>
          <p:nvSpPr>
            <p:cNvPr id="53" name="TextBox 52"/>
            <p:cNvSpPr txBox="1"/>
            <p:nvPr/>
          </p:nvSpPr>
          <p:spPr>
            <a:xfrm>
              <a:off x="10225824" y="568403"/>
              <a:ext cx="521255" cy="40862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381210" y="667473"/>
              <a:ext cx="210481" cy="210481"/>
            </a:xfrm>
            <a:prstGeom prst="rect">
              <a:avLst/>
            </a:prstGeom>
          </p:spPr>
        </p:pic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925" y="3731889"/>
            <a:ext cx="494319" cy="494319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03" y="44864"/>
            <a:ext cx="683003" cy="68300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54" y="2946233"/>
            <a:ext cx="278737" cy="27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31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Rectangle 3"/>
            <p:cNvSpPr/>
            <p:nvPr/>
          </p:nvSpPr>
          <p:spPr>
            <a:xfrm>
              <a:off x="0" y="0"/>
              <a:ext cx="12191999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0" y="0"/>
              <a:ext cx="785611" cy="6858000"/>
            </a:xfrm>
            <a:prstGeom prst="roundRect">
              <a:avLst>
                <a:gd name="adj" fmla="val 22"/>
              </a:avLst>
            </a:prstGeom>
            <a:solidFill>
              <a:srgbClr val="8F2E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85611" y="0"/>
              <a:ext cx="11406389" cy="437882"/>
            </a:xfrm>
            <a:prstGeom prst="roundRect">
              <a:avLst>
                <a:gd name="adj" fmla="val 2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85610" y="34275"/>
              <a:ext cx="12221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Dashboard</a:t>
              </a:r>
              <a:endParaRPr lang="en-IN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9903854" y="17034"/>
              <a:ext cx="2262084" cy="386573"/>
              <a:chOff x="5203060" y="17034"/>
              <a:chExt cx="1983894" cy="386573"/>
            </a:xfrm>
          </p:grpSpPr>
          <p:sp>
            <p:nvSpPr>
              <p:cNvPr id="22" name="Rounded Rectangle 21"/>
              <p:cNvSpPr/>
              <p:nvPr/>
            </p:nvSpPr>
            <p:spPr>
              <a:xfrm>
                <a:off x="5203060" y="34275"/>
                <a:ext cx="1928794" cy="369332"/>
              </a:xfrm>
              <a:prstGeom prst="roundRect">
                <a:avLst/>
              </a:prstGeom>
              <a:solidFill>
                <a:srgbClr val="C850A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5602931" y="17034"/>
                <a:ext cx="15840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1"/>
                    </a:solidFill>
                  </a:rPr>
                  <a:t>Add new client</a:t>
                </a:r>
                <a:endParaRPr lang="en-IN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868" y="94673"/>
              <a:ext cx="265989" cy="265989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5526227" y="3244334"/>
              <a:ext cx="11395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No Clients</a:t>
              </a:r>
              <a:endParaRPr lang="en-IN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ounded Rectangle 12"/>
          <p:cNvSpPr/>
          <p:nvPr/>
        </p:nvSpPr>
        <p:spPr>
          <a:xfrm>
            <a:off x="3741678" y="2553156"/>
            <a:ext cx="6008556" cy="1751687"/>
          </a:xfrm>
          <a:prstGeom prst="roundRect">
            <a:avLst>
              <a:gd name="adj" fmla="val 22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3780314" y="2604672"/>
            <a:ext cx="1537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Remove Client</a:t>
            </a:r>
            <a:endParaRPr lang="en-I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517878" y="3791440"/>
            <a:ext cx="1224930" cy="408623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SAVE 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919102" y="3791439"/>
            <a:ext cx="1224930" cy="408623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CANCEL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03" y="44864"/>
            <a:ext cx="683003" cy="683003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4335049" y="3025520"/>
            <a:ext cx="4399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Are you sure you want to remove the client ?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6884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ounded Rectangle 4"/>
          <p:cNvSpPr/>
          <p:nvPr/>
        </p:nvSpPr>
        <p:spPr>
          <a:xfrm>
            <a:off x="0" y="0"/>
            <a:ext cx="785611" cy="6858000"/>
          </a:xfrm>
          <a:prstGeom prst="roundRect">
            <a:avLst>
              <a:gd name="adj" fmla="val 22"/>
            </a:avLst>
          </a:prstGeom>
          <a:solidFill>
            <a:srgbClr val="8F2E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1413148" y="92230"/>
            <a:ext cx="895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Client 1</a:t>
            </a:r>
            <a:endParaRPr lang="en-I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785610" y="553792"/>
            <a:ext cx="11406389" cy="12878"/>
          </a:xfrm>
          <a:prstGeom prst="line">
            <a:avLst/>
          </a:prstGeom>
          <a:ln>
            <a:solidFill>
              <a:srgbClr val="C850AE"/>
            </a:solidFill>
          </a:ln>
          <a:effectLst>
            <a:outerShdw blurRad="266700" dist="63500" dir="5400000" sx="99000" sy="99000" algn="t" rotWithShape="0">
              <a:prstClr val="black">
                <a:alpha val="49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>
            <a:off x="10431885" y="81429"/>
            <a:ext cx="1887602" cy="386573"/>
            <a:chOff x="10431885" y="81429"/>
            <a:chExt cx="1887602" cy="386573"/>
          </a:xfrm>
        </p:grpSpPr>
        <p:grpSp>
          <p:nvGrpSpPr>
            <p:cNvPr id="3" name="Group 2"/>
            <p:cNvGrpSpPr/>
            <p:nvPr/>
          </p:nvGrpSpPr>
          <p:grpSpPr>
            <a:xfrm>
              <a:off x="10431885" y="81429"/>
              <a:ext cx="1887602" cy="386573"/>
              <a:chOff x="5437694" y="17034"/>
              <a:chExt cx="1910535" cy="386573"/>
            </a:xfrm>
            <a:solidFill>
              <a:srgbClr val="92D050"/>
            </a:solidFill>
          </p:grpSpPr>
          <p:sp>
            <p:nvSpPr>
              <p:cNvPr id="22" name="Rounded Rectangle 21"/>
              <p:cNvSpPr/>
              <p:nvPr/>
            </p:nvSpPr>
            <p:spPr>
              <a:xfrm>
                <a:off x="5437694" y="34275"/>
                <a:ext cx="1694158" cy="369332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5819306" y="17034"/>
                <a:ext cx="15289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</a:rPr>
                  <a:t>Connected</a:t>
                </a:r>
                <a:endParaRPr lang="en-IN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92242" y="167288"/>
              <a:ext cx="232096" cy="232096"/>
            </a:xfrm>
            <a:prstGeom prst="rect">
              <a:avLst/>
            </a:prstGeom>
          </p:spPr>
        </p:pic>
      </p:grpSp>
      <p:grpSp>
        <p:nvGrpSpPr>
          <p:cNvPr id="54" name="Group 53"/>
          <p:cNvGrpSpPr/>
          <p:nvPr/>
        </p:nvGrpSpPr>
        <p:grpSpPr>
          <a:xfrm>
            <a:off x="8633620" y="89946"/>
            <a:ext cx="1887602" cy="386573"/>
            <a:chOff x="5437694" y="17034"/>
            <a:chExt cx="1910535" cy="386573"/>
          </a:xfrm>
          <a:solidFill>
            <a:srgbClr val="92D050"/>
          </a:solidFill>
        </p:grpSpPr>
        <p:sp>
          <p:nvSpPr>
            <p:cNvPr id="56" name="Rounded Rectangle 55"/>
            <p:cNvSpPr/>
            <p:nvPr/>
          </p:nvSpPr>
          <p:spPr>
            <a:xfrm>
              <a:off x="5437694" y="34275"/>
              <a:ext cx="1694158" cy="369332"/>
            </a:xfrm>
            <a:prstGeom prst="roundRect">
              <a:avLst/>
            </a:prstGeom>
            <a:solidFill>
              <a:srgbClr val="8034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819306" y="17034"/>
              <a:ext cx="15289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Publisher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6826197" y="89946"/>
            <a:ext cx="1887602" cy="386573"/>
            <a:chOff x="5437694" y="17034"/>
            <a:chExt cx="1910535" cy="386573"/>
          </a:xfrm>
          <a:solidFill>
            <a:srgbClr val="92D050"/>
          </a:solidFill>
        </p:grpSpPr>
        <p:sp>
          <p:nvSpPr>
            <p:cNvPr id="61" name="Rounded Rectangle 60"/>
            <p:cNvSpPr/>
            <p:nvPr/>
          </p:nvSpPr>
          <p:spPr>
            <a:xfrm>
              <a:off x="5437694" y="34275"/>
              <a:ext cx="1694158" cy="369332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819306" y="17034"/>
              <a:ext cx="15289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Subscriber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412" y="164923"/>
            <a:ext cx="266451" cy="266451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527" y="192654"/>
            <a:ext cx="219470" cy="21947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03" y="44864"/>
            <a:ext cx="683003" cy="683003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22" y="6309573"/>
            <a:ext cx="446163" cy="446163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110511" y="837871"/>
            <a:ext cx="564584" cy="553048"/>
            <a:chOff x="110511" y="837871"/>
            <a:chExt cx="564584" cy="553048"/>
          </a:xfrm>
        </p:grpSpPr>
        <p:sp>
          <p:nvSpPr>
            <p:cNvPr id="32" name="Rounded Rectangle 31"/>
            <p:cNvSpPr/>
            <p:nvPr/>
          </p:nvSpPr>
          <p:spPr>
            <a:xfrm>
              <a:off x="110511" y="837871"/>
              <a:ext cx="564584" cy="553048"/>
            </a:xfrm>
            <a:prstGeom prst="roundRect">
              <a:avLst/>
            </a:prstGeom>
            <a:solidFill>
              <a:srgbClr val="7B27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7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867" y="968459"/>
              <a:ext cx="291872" cy="291872"/>
            </a:xfrm>
            <a:prstGeom prst="rect">
              <a:avLst/>
            </a:prstGeom>
          </p:spPr>
        </p:pic>
      </p:grpSp>
      <p:pic>
        <p:nvPicPr>
          <p:cNvPr id="34" name="Picture 3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980" y="89946"/>
            <a:ext cx="338796" cy="338796"/>
          </a:xfrm>
          <a:prstGeom prst="rect">
            <a:avLst/>
          </a:prstGeom>
        </p:spPr>
      </p:pic>
      <p:grpSp>
        <p:nvGrpSpPr>
          <p:cNvPr id="35" name="Group 34"/>
          <p:cNvGrpSpPr/>
          <p:nvPr/>
        </p:nvGrpSpPr>
        <p:grpSpPr>
          <a:xfrm>
            <a:off x="110511" y="1521507"/>
            <a:ext cx="564584" cy="553048"/>
            <a:chOff x="110511" y="1521507"/>
            <a:chExt cx="564584" cy="553048"/>
          </a:xfrm>
        </p:grpSpPr>
        <p:sp>
          <p:nvSpPr>
            <p:cNvPr id="36" name="Rounded Rectangle 35"/>
            <p:cNvSpPr/>
            <p:nvPr/>
          </p:nvSpPr>
          <p:spPr>
            <a:xfrm>
              <a:off x="110511" y="1521507"/>
              <a:ext cx="564584" cy="553048"/>
            </a:xfrm>
            <a:prstGeom prst="roundRect">
              <a:avLst/>
            </a:prstGeom>
            <a:solidFill>
              <a:srgbClr val="631F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7" name="Picture 36"/>
            <p:cNvPicPr>
              <a:picLocks noChangeAspect="1"/>
            </p:cNvPicPr>
            <p:nvPr/>
          </p:nvPicPr>
          <p:blipFill>
            <a:blip r:embed="rId9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954" y="1643926"/>
              <a:ext cx="300785" cy="3007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47902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ounded Rectangle 4"/>
          <p:cNvSpPr/>
          <p:nvPr/>
        </p:nvSpPr>
        <p:spPr>
          <a:xfrm>
            <a:off x="0" y="0"/>
            <a:ext cx="785611" cy="6858000"/>
          </a:xfrm>
          <a:prstGeom prst="roundRect">
            <a:avLst>
              <a:gd name="adj" fmla="val 22"/>
            </a:avLst>
          </a:prstGeom>
          <a:solidFill>
            <a:srgbClr val="8F2E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1413148" y="92230"/>
            <a:ext cx="895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Client 1</a:t>
            </a:r>
            <a:endParaRPr lang="en-I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785610" y="553792"/>
            <a:ext cx="11406389" cy="12878"/>
          </a:xfrm>
          <a:prstGeom prst="line">
            <a:avLst/>
          </a:prstGeom>
          <a:ln>
            <a:solidFill>
              <a:srgbClr val="C850AE"/>
            </a:solidFill>
          </a:ln>
          <a:effectLst>
            <a:outerShdw blurRad="266700" dist="63500" dir="5400000" sx="99000" sy="99000" algn="t" rotWithShape="0">
              <a:prstClr val="black">
                <a:alpha val="49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1019230" y="862885"/>
            <a:ext cx="2818673" cy="5821250"/>
            <a:chOff x="1019230" y="862885"/>
            <a:chExt cx="2818673" cy="5821250"/>
          </a:xfrm>
        </p:grpSpPr>
        <p:sp>
          <p:nvSpPr>
            <p:cNvPr id="16" name="Rounded Rectangle 15"/>
            <p:cNvSpPr/>
            <p:nvPr/>
          </p:nvSpPr>
          <p:spPr>
            <a:xfrm>
              <a:off x="1019230" y="862885"/>
              <a:ext cx="2818673" cy="5821250"/>
            </a:xfrm>
            <a:prstGeom prst="roundRect">
              <a:avLst>
                <a:gd name="adj" fmla="val 4294"/>
              </a:avLst>
            </a:prstGeom>
            <a:solidFill>
              <a:schemeClr val="bg1"/>
            </a:solidFill>
            <a:ln>
              <a:solidFill>
                <a:srgbClr val="8F2D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172702" y="1545466"/>
              <a:ext cx="2511728" cy="399245"/>
            </a:xfrm>
            <a:prstGeom prst="roundRect">
              <a:avLst>
                <a:gd name="adj" fmla="val 4294"/>
              </a:avLst>
            </a:prstGeom>
            <a:solidFill>
              <a:schemeClr val="bg1"/>
            </a:solidFill>
            <a:ln>
              <a:solidFill>
                <a:srgbClr val="8F2D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172702" y="2356809"/>
              <a:ext cx="2511728" cy="399245"/>
            </a:xfrm>
            <a:prstGeom prst="roundRect">
              <a:avLst>
                <a:gd name="adj" fmla="val 4294"/>
              </a:avLst>
            </a:prstGeom>
            <a:solidFill>
              <a:schemeClr val="bg1"/>
            </a:solidFill>
            <a:ln>
              <a:solidFill>
                <a:srgbClr val="8F2D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039414" y="2974968"/>
              <a:ext cx="645016" cy="29495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8F2D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119371" y="3030893"/>
              <a:ext cx="198058" cy="188775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8F2D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96504" y="1144118"/>
              <a:ext cx="19037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Topic to Subscribe</a:t>
              </a:r>
              <a:endParaRPr lang="en-IN" b="1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96503" y="1966094"/>
              <a:ext cx="5757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 err="1"/>
                <a:t>QoS</a:t>
              </a:r>
              <a:endParaRPr lang="en-IN" b="1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077427" y="2929818"/>
              <a:ext cx="20063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Store data in local?</a:t>
              </a:r>
              <a:endParaRPr lang="en-IN" b="1" dirty="0"/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1638029" y="3618911"/>
              <a:ext cx="1581074" cy="386573"/>
              <a:chOff x="5203060" y="17034"/>
              <a:chExt cx="1928794" cy="386573"/>
            </a:xfrm>
            <a:solidFill>
              <a:srgbClr val="92D050"/>
            </a:solidFill>
          </p:grpSpPr>
          <p:sp>
            <p:nvSpPr>
              <p:cNvPr id="24" name="Rounded Rectangle 23"/>
              <p:cNvSpPr/>
              <p:nvPr/>
            </p:nvSpPr>
            <p:spPr>
              <a:xfrm>
                <a:off x="5203060" y="34275"/>
                <a:ext cx="1928794" cy="369332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492951" y="17034"/>
                <a:ext cx="14191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</a:rPr>
                  <a:t>Subscribe</a:t>
                </a:r>
                <a:endParaRPr lang="en-IN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6" name="TextBox 25"/>
            <p:cNvSpPr txBox="1"/>
            <p:nvPr/>
          </p:nvSpPr>
          <p:spPr>
            <a:xfrm>
              <a:off x="1224359" y="1545466"/>
              <a:ext cx="18631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Topic to subscribe</a:t>
              </a:r>
              <a:endParaRPr lang="en-IN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3453147" y="946571"/>
              <a:ext cx="312969" cy="270483"/>
              <a:chOff x="10225824" y="568403"/>
              <a:chExt cx="521255" cy="408623"/>
            </a:xfrm>
          </p:grpSpPr>
          <p:sp>
            <p:nvSpPr>
              <p:cNvPr id="28" name="TextBox 27"/>
              <p:cNvSpPr txBox="1"/>
              <p:nvPr/>
            </p:nvSpPr>
            <p:spPr>
              <a:xfrm>
                <a:off x="10225824" y="568403"/>
                <a:ext cx="521255" cy="408623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IN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29" name="Picture 28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10381210" y="667473"/>
                <a:ext cx="210481" cy="210481"/>
              </a:xfrm>
              <a:prstGeom prst="rect">
                <a:avLst/>
              </a:prstGeom>
            </p:spPr>
          </p:pic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429" y="2446418"/>
            <a:ext cx="261153" cy="261153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224359" y="2380378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Select</a:t>
            </a:r>
            <a:endParaRPr lang="en-I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0431885" y="81429"/>
            <a:ext cx="1887602" cy="386573"/>
            <a:chOff x="10431885" y="81429"/>
            <a:chExt cx="1887602" cy="386573"/>
          </a:xfrm>
        </p:grpSpPr>
        <p:grpSp>
          <p:nvGrpSpPr>
            <p:cNvPr id="3" name="Group 2"/>
            <p:cNvGrpSpPr/>
            <p:nvPr/>
          </p:nvGrpSpPr>
          <p:grpSpPr>
            <a:xfrm>
              <a:off x="10431885" y="81429"/>
              <a:ext cx="1887602" cy="386573"/>
              <a:chOff x="5437694" y="17034"/>
              <a:chExt cx="1910535" cy="386573"/>
            </a:xfrm>
            <a:solidFill>
              <a:srgbClr val="92D050"/>
            </a:solidFill>
          </p:grpSpPr>
          <p:sp>
            <p:nvSpPr>
              <p:cNvPr id="22" name="Rounded Rectangle 21"/>
              <p:cNvSpPr/>
              <p:nvPr/>
            </p:nvSpPr>
            <p:spPr>
              <a:xfrm>
                <a:off x="5437694" y="34275"/>
                <a:ext cx="1694158" cy="369332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5819306" y="17034"/>
                <a:ext cx="15289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</a:rPr>
                  <a:t>Connected</a:t>
                </a:r>
                <a:endParaRPr lang="en-IN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92242" y="167288"/>
              <a:ext cx="232096" cy="232096"/>
            </a:xfrm>
            <a:prstGeom prst="rect">
              <a:avLst/>
            </a:prstGeom>
          </p:spPr>
        </p:pic>
      </p:grpSp>
      <p:grpSp>
        <p:nvGrpSpPr>
          <p:cNvPr id="54" name="Group 53"/>
          <p:cNvGrpSpPr/>
          <p:nvPr/>
        </p:nvGrpSpPr>
        <p:grpSpPr>
          <a:xfrm>
            <a:off x="8633620" y="89946"/>
            <a:ext cx="1887602" cy="386573"/>
            <a:chOff x="5437694" y="17034"/>
            <a:chExt cx="1910535" cy="386573"/>
          </a:xfrm>
          <a:solidFill>
            <a:srgbClr val="92D050"/>
          </a:solidFill>
        </p:grpSpPr>
        <p:sp>
          <p:nvSpPr>
            <p:cNvPr id="56" name="Rounded Rectangle 55"/>
            <p:cNvSpPr/>
            <p:nvPr/>
          </p:nvSpPr>
          <p:spPr>
            <a:xfrm>
              <a:off x="5437694" y="34275"/>
              <a:ext cx="1694158" cy="369332"/>
            </a:xfrm>
            <a:prstGeom prst="roundRect">
              <a:avLst/>
            </a:prstGeom>
            <a:solidFill>
              <a:srgbClr val="8034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819306" y="17034"/>
              <a:ext cx="15289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Publisher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6826197" y="89946"/>
            <a:ext cx="1887602" cy="386573"/>
            <a:chOff x="5437694" y="17034"/>
            <a:chExt cx="1910535" cy="386573"/>
          </a:xfrm>
          <a:solidFill>
            <a:srgbClr val="92D050"/>
          </a:solidFill>
        </p:grpSpPr>
        <p:sp>
          <p:nvSpPr>
            <p:cNvPr id="61" name="Rounded Rectangle 60"/>
            <p:cNvSpPr/>
            <p:nvPr/>
          </p:nvSpPr>
          <p:spPr>
            <a:xfrm>
              <a:off x="5437694" y="34275"/>
              <a:ext cx="1694158" cy="369332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819306" y="17034"/>
              <a:ext cx="15289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Subscriber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412" y="164923"/>
            <a:ext cx="266451" cy="266451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527" y="192654"/>
            <a:ext cx="219470" cy="219470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03" y="44864"/>
            <a:ext cx="683003" cy="683003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22" y="6309573"/>
            <a:ext cx="446163" cy="446163"/>
          </a:xfrm>
          <a:prstGeom prst="rect">
            <a:avLst/>
          </a:prstGeom>
        </p:spPr>
      </p:pic>
      <p:grpSp>
        <p:nvGrpSpPr>
          <p:cNvPr id="44" name="Group 43"/>
          <p:cNvGrpSpPr/>
          <p:nvPr/>
        </p:nvGrpSpPr>
        <p:grpSpPr>
          <a:xfrm>
            <a:off x="110511" y="837871"/>
            <a:ext cx="564584" cy="553048"/>
            <a:chOff x="110511" y="837871"/>
            <a:chExt cx="564584" cy="553048"/>
          </a:xfrm>
        </p:grpSpPr>
        <p:sp>
          <p:nvSpPr>
            <p:cNvPr id="45" name="Rounded Rectangle 44"/>
            <p:cNvSpPr/>
            <p:nvPr/>
          </p:nvSpPr>
          <p:spPr>
            <a:xfrm>
              <a:off x="110511" y="837871"/>
              <a:ext cx="564584" cy="553048"/>
            </a:xfrm>
            <a:prstGeom prst="roundRect">
              <a:avLst/>
            </a:prstGeom>
            <a:solidFill>
              <a:srgbClr val="7B27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6" name="Picture 45"/>
            <p:cNvPicPr>
              <a:picLocks noChangeAspect="1"/>
            </p:cNvPicPr>
            <p:nvPr/>
          </p:nvPicPr>
          <p:blipFill>
            <a:blip r:embed="rId9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867" y="968459"/>
              <a:ext cx="291872" cy="291872"/>
            </a:xfrm>
            <a:prstGeom prst="rect">
              <a:avLst/>
            </a:prstGeom>
          </p:spPr>
        </p:pic>
      </p:grpSp>
      <p:grpSp>
        <p:nvGrpSpPr>
          <p:cNvPr id="33" name="Group 32"/>
          <p:cNvGrpSpPr/>
          <p:nvPr/>
        </p:nvGrpSpPr>
        <p:grpSpPr>
          <a:xfrm>
            <a:off x="110511" y="1521507"/>
            <a:ext cx="564584" cy="553048"/>
            <a:chOff x="110511" y="1521507"/>
            <a:chExt cx="564584" cy="553048"/>
          </a:xfrm>
        </p:grpSpPr>
        <p:sp>
          <p:nvSpPr>
            <p:cNvPr id="48" name="Rounded Rectangle 47"/>
            <p:cNvSpPr/>
            <p:nvPr/>
          </p:nvSpPr>
          <p:spPr>
            <a:xfrm>
              <a:off x="110511" y="1521507"/>
              <a:ext cx="564584" cy="553048"/>
            </a:xfrm>
            <a:prstGeom prst="roundRect">
              <a:avLst/>
            </a:prstGeom>
            <a:solidFill>
              <a:srgbClr val="631F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10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954" y="1643926"/>
              <a:ext cx="300785" cy="300785"/>
            </a:xfrm>
            <a:prstGeom prst="rect">
              <a:avLst/>
            </a:prstGeom>
          </p:spPr>
        </p:pic>
      </p:grpSp>
      <p:pic>
        <p:nvPicPr>
          <p:cNvPr id="32" name="Picture 3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980" y="89946"/>
            <a:ext cx="338796" cy="33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877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ounded Rectangle 4"/>
          <p:cNvSpPr/>
          <p:nvPr/>
        </p:nvSpPr>
        <p:spPr>
          <a:xfrm>
            <a:off x="0" y="0"/>
            <a:ext cx="785611" cy="6858000"/>
          </a:xfrm>
          <a:prstGeom prst="roundRect">
            <a:avLst>
              <a:gd name="adj" fmla="val 22"/>
            </a:avLst>
          </a:prstGeom>
          <a:solidFill>
            <a:srgbClr val="8F2E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1413148" y="92230"/>
            <a:ext cx="895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Client 1</a:t>
            </a:r>
            <a:endParaRPr lang="en-I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785610" y="553792"/>
            <a:ext cx="11406389" cy="12878"/>
          </a:xfrm>
          <a:prstGeom prst="line">
            <a:avLst/>
          </a:prstGeom>
          <a:ln>
            <a:solidFill>
              <a:srgbClr val="C850AE"/>
            </a:solidFill>
          </a:ln>
          <a:effectLst>
            <a:outerShdw blurRad="266700" dist="63500" dir="5400000" sx="99000" sy="99000" algn="t" rotWithShape="0">
              <a:prstClr val="black">
                <a:alpha val="49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1019230" y="862885"/>
            <a:ext cx="2818673" cy="5821250"/>
            <a:chOff x="1019230" y="862885"/>
            <a:chExt cx="2818673" cy="5821250"/>
          </a:xfrm>
        </p:grpSpPr>
        <p:sp>
          <p:nvSpPr>
            <p:cNvPr id="16" name="Rounded Rectangle 15"/>
            <p:cNvSpPr/>
            <p:nvPr/>
          </p:nvSpPr>
          <p:spPr>
            <a:xfrm>
              <a:off x="1019230" y="862885"/>
              <a:ext cx="2818673" cy="5821250"/>
            </a:xfrm>
            <a:prstGeom prst="roundRect">
              <a:avLst>
                <a:gd name="adj" fmla="val 4294"/>
              </a:avLst>
            </a:prstGeom>
            <a:solidFill>
              <a:schemeClr val="bg1"/>
            </a:solidFill>
            <a:ln>
              <a:solidFill>
                <a:srgbClr val="8F2D7A"/>
              </a:solidFill>
            </a:ln>
            <a:effectLst>
              <a:outerShdw blurRad="215900" sx="101000" sy="10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172702" y="1545466"/>
              <a:ext cx="2511728" cy="399245"/>
            </a:xfrm>
            <a:prstGeom prst="roundRect">
              <a:avLst>
                <a:gd name="adj" fmla="val 4294"/>
              </a:avLst>
            </a:prstGeom>
            <a:solidFill>
              <a:schemeClr val="bg1"/>
            </a:solidFill>
            <a:ln>
              <a:solidFill>
                <a:srgbClr val="8F2D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172702" y="2356809"/>
              <a:ext cx="2511728" cy="399245"/>
            </a:xfrm>
            <a:prstGeom prst="roundRect">
              <a:avLst>
                <a:gd name="adj" fmla="val 4294"/>
              </a:avLst>
            </a:prstGeom>
            <a:solidFill>
              <a:schemeClr val="bg1"/>
            </a:solidFill>
            <a:ln>
              <a:solidFill>
                <a:srgbClr val="8F2D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039414" y="2974968"/>
              <a:ext cx="645016" cy="29495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8F2D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119371" y="3030893"/>
              <a:ext cx="198058" cy="188775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8F2D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96504" y="1144118"/>
              <a:ext cx="19037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Topic to Subscribe</a:t>
              </a:r>
              <a:endParaRPr lang="en-IN" b="1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96503" y="1966094"/>
              <a:ext cx="5757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 err="1"/>
                <a:t>QoS</a:t>
              </a:r>
              <a:endParaRPr lang="en-IN" b="1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077427" y="2929818"/>
              <a:ext cx="20063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Store data in local?</a:t>
              </a:r>
              <a:endParaRPr lang="en-IN" b="1" dirty="0"/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1638029" y="3618911"/>
              <a:ext cx="1581074" cy="386573"/>
              <a:chOff x="5203060" y="17034"/>
              <a:chExt cx="1928794" cy="386573"/>
            </a:xfrm>
            <a:solidFill>
              <a:srgbClr val="92D050"/>
            </a:solidFill>
          </p:grpSpPr>
          <p:sp>
            <p:nvSpPr>
              <p:cNvPr id="24" name="Rounded Rectangle 23"/>
              <p:cNvSpPr/>
              <p:nvPr/>
            </p:nvSpPr>
            <p:spPr>
              <a:xfrm>
                <a:off x="5203060" y="34275"/>
                <a:ext cx="1928794" cy="369332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492951" y="17034"/>
                <a:ext cx="14191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</a:rPr>
                  <a:t>Subscribe</a:t>
                </a:r>
                <a:endParaRPr lang="en-IN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6" name="TextBox 25"/>
            <p:cNvSpPr txBox="1"/>
            <p:nvPr/>
          </p:nvSpPr>
          <p:spPr>
            <a:xfrm>
              <a:off x="1224359" y="1545466"/>
              <a:ext cx="18631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Topic to subscribe</a:t>
              </a:r>
              <a:endParaRPr lang="en-IN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3453147" y="946571"/>
              <a:ext cx="312969" cy="270483"/>
              <a:chOff x="10225824" y="568403"/>
              <a:chExt cx="521255" cy="408623"/>
            </a:xfrm>
          </p:grpSpPr>
          <p:sp>
            <p:nvSpPr>
              <p:cNvPr id="28" name="TextBox 27"/>
              <p:cNvSpPr txBox="1"/>
              <p:nvPr/>
            </p:nvSpPr>
            <p:spPr>
              <a:xfrm>
                <a:off x="10225824" y="568403"/>
                <a:ext cx="521255" cy="408623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IN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29" name="Picture 28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10381210" y="667473"/>
                <a:ext cx="210481" cy="210481"/>
              </a:xfrm>
              <a:prstGeom prst="rect">
                <a:avLst/>
              </a:prstGeom>
            </p:spPr>
          </p:pic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429" y="2446418"/>
            <a:ext cx="261153" cy="261153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224359" y="2380378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Select</a:t>
            </a:r>
            <a:endParaRPr lang="en-I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0431885" y="81429"/>
            <a:ext cx="1887602" cy="386573"/>
            <a:chOff x="10431885" y="81429"/>
            <a:chExt cx="1887602" cy="386573"/>
          </a:xfrm>
        </p:grpSpPr>
        <p:grpSp>
          <p:nvGrpSpPr>
            <p:cNvPr id="3" name="Group 2"/>
            <p:cNvGrpSpPr/>
            <p:nvPr/>
          </p:nvGrpSpPr>
          <p:grpSpPr>
            <a:xfrm>
              <a:off x="10431885" y="81429"/>
              <a:ext cx="1887602" cy="386573"/>
              <a:chOff x="5437694" y="17034"/>
              <a:chExt cx="1910535" cy="386573"/>
            </a:xfrm>
            <a:solidFill>
              <a:srgbClr val="92D050"/>
            </a:solidFill>
          </p:grpSpPr>
          <p:sp>
            <p:nvSpPr>
              <p:cNvPr id="22" name="Rounded Rectangle 21"/>
              <p:cNvSpPr/>
              <p:nvPr/>
            </p:nvSpPr>
            <p:spPr>
              <a:xfrm>
                <a:off x="5437694" y="34275"/>
                <a:ext cx="1694158" cy="369332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5819306" y="17034"/>
                <a:ext cx="15289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</a:rPr>
                  <a:t>Connected</a:t>
                </a:r>
                <a:endParaRPr lang="en-IN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92242" y="167288"/>
              <a:ext cx="232096" cy="232096"/>
            </a:xfrm>
            <a:prstGeom prst="rect">
              <a:avLst/>
            </a:prstGeom>
          </p:spPr>
        </p:pic>
      </p:grpSp>
      <p:grpSp>
        <p:nvGrpSpPr>
          <p:cNvPr id="54" name="Group 53"/>
          <p:cNvGrpSpPr/>
          <p:nvPr/>
        </p:nvGrpSpPr>
        <p:grpSpPr>
          <a:xfrm>
            <a:off x="8633620" y="89946"/>
            <a:ext cx="1887602" cy="386573"/>
            <a:chOff x="5437694" y="17034"/>
            <a:chExt cx="1910535" cy="386573"/>
          </a:xfrm>
          <a:solidFill>
            <a:srgbClr val="92D050"/>
          </a:solidFill>
        </p:grpSpPr>
        <p:sp>
          <p:nvSpPr>
            <p:cNvPr id="56" name="Rounded Rectangle 55"/>
            <p:cNvSpPr/>
            <p:nvPr/>
          </p:nvSpPr>
          <p:spPr>
            <a:xfrm>
              <a:off x="5437694" y="34275"/>
              <a:ext cx="1694158" cy="369332"/>
            </a:xfrm>
            <a:prstGeom prst="roundRect">
              <a:avLst/>
            </a:prstGeom>
            <a:solidFill>
              <a:srgbClr val="8034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819306" y="17034"/>
              <a:ext cx="15289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Publisher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6826197" y="89946"/>
            <a:ext cx="1887602" cy="386573"/>
            <a:chOff x="5437694" y="17034"/>
            <a:chExt cx="1910535" cy="386573"/>
          </a:xfrm>
          <a:solidFill>
            <a:srgbClr val="92D050"/>
          </a:solidFill>
        </p:grpSpPr>
        <p:sp>
          <p:nvSpPr>
            <p:cNvPr id="61" name="Rounded Rectangle 60"/>
            <p:cNvSpPr/>
            <p:nvPr/>
          </p:nvSpPr>
          <p:spPr>
            <a:xfrm>
              <a:off x="5437694" y="34275"/>
              <a:ext cx="1694158" cy="369332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819306" y="17034"/>
              <a:ext cx="15289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Subscriber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412" y="164923"/>
            <a:ext cx="266451" cy="266451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527" y="192654"/>
            <a:ext cx="219470" cy="219470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03" y="44864"/>
            <a:ext cx="683003" cy="683003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22" y="6309573"/>
            <a:ext cx="446163" cy="446163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211" y="5193098"/>
            <a:ext cx="303422" cy="303422"/>
          </a:xfrm>
          <a:prstGeom prst="rect">
            <a:avLst/>
          </a:prstGeom>
        </p:spPr>
      </p:pic>
      <p:grpSp>
        <p:nvGrpSpPr>
          <p:cNvPr id="44" name="Group 43"/>
          <p:cNvGrpSpPr/>
          <p:nvPr/>
        </p:nvGrpSpPr>
        <p:grpSpPr>
          <a:xfrm>
            <a:off x="110511" y="837871"/>
            <a:ext cx="564584" cy="553048"/>
            <a:chOff x="110511" y="837871"/>
            <a:chExt cx="564584" cy="553048"/>
          </a:xfrm>
        </p:grpSpPr>
        <p:sp>
          <p:nvSpPr>
            <p:cNvPr id="45" name="Rounded Rectangle 44"/>
            <p:cNvSpPr/>
            <p:nvPr/>
          </p:nvSpPr>
          <p:spPr>
            <a:xfrm>
              <a:off x="110511" y="837871"/>
              <a:ext cx="564584" cy="553048"/>
            </a:xfrm>
            <a:prstGeom prst="roundRect">
              <a:avLst/>
            </a:prstGeom>
            <a:solidFill>
              <a:srgbClr val="7B27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6" name="Picture 45"/>
            <p:cNvPicPr>
              <a:picLocks noChangeAspect="1"/>
            </p:cNvPicPr>
            <p:nvPr/>
          </p:nvPicPr>
          <p:blipFill>
            <a:blip r:embed="rId10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867" y="968459"/>
              <a:ext cx="291872" cy="291872"/>
            </a:xfrm>
            <a:prstGeom prst="rect">
              <a:avLst/>
            </a:prstGeom>
          </p:spPr>
        </p:pic>
      </p:grpSp>
      <p:pic>
        <p:nvPicPr>
          <p:cNvPr id="47" name="Picture 46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980" y="89946"/>
            <a:ext cx="338796" cy="338796"/>
          </a:xfrm>
          <a:prstGeom prst="rect">
            <a:avLst/>
          </a:prstGeom>
        </p:spPr>
      </p:pic>
      <p:grpSp>
        <p:nvGrpSpPr>
          <p:cNvPr id="48" name="Group 47"/>
          <p:cNvGrpSpPr/>
          <p:nvPr/>
        </p:nvGrpSpPr>
        <p:grpSpPr>
          <a:xfrm>
            <a:off x="110511" y="1521507"/>
            <a:ext cx="564584" cy="553048"/>
            <a:chOff x="110511" y="1521507"/>
            <a:chExt cx="564584" cy="553048"/>
          </a:xfrm>
        </p:grpSpPr>
        <p:sp>
          <p:nvSpPr>
            <p:cNvPr id="49" name="Rounded Rectangle 48"/>
            <p:cNvSpPr/>
            <p:nvPr/>
          </p:nvSpPr>
          <p:spPr>
            <a:xfrm>
              <a:off x="110511" y="1521507"/>
              <a:ext cx="564584" cy="553048"/>
            </a:xfrm>
            <a:prstGeom prst="roundRect">
              <a:avLst/>
            </a:prstGeom>
            <a:solidFill>
              <a:srgbClr val="631F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51" name="Picture 50"/>
            <p:cNvPicPr>
              <a:picLocks noChangeAspect="1"/>
            </p:cNvPicPr>
            <p:nvPr/>
          </p:nvPicPr>
          <p:blipFill>
            <a:blip r:embed="rId12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954" y="1643926"/>
              <a:ext cx="300785" cy="3007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4684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ounded Rectangle 4"/>
          <p:cNvSpPr/>
          <p:nvPr/>
        </p:nvSpPr>
        <p:spPr>
          <a:xfrm>
            <a:off x="0" y="0"/>
            <a:ext cx="785611" cy="6858000"/>
          </a:xfrm>
          <a:prstGeom prst="roundRect">
            <a:avLst>
              <a:gd name="adj" fmla="val 22"/>
            </a:avLst>
          </a:prstGeom>
          <a:solidFill>
            <a:srgbClr val="8F2E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1413148" y="92230"/>
            <a:ext cx="895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Client 1</a:t>
            </a:r>
            <a:endParaRPr lang="en-I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785610" y="553792"/>
            <a:ext cx="11406389" cy="12878"/>
          </a:xfrm>
          <a:prstGeom prst="line">
            <a:avLst/>
          </a:prstGeom>
          <a:ln>
            <a:solidFill>
              <a:srgbClr val="C850AE"/>
            </a:solidFill>
          </a:ln>
          <a:effectLst>
            <a:outerShdw blurRad="266700" dist="63500" dir="5400000" sx="99000" sy="99000" algn="t" rotWithShape="0">
              <a:prstClr val="black">
                <a:alpha val="49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1019230" y="862885"/>
            <a:ext cx="2818673" cy="5821250"/>
            <a:chOff x="1019230" y="862885"/>
            <a:chExt cx="2818673" cy="5821250"/>
          </a:xfrm>
        </p:grpSpPr>
        <p:sp>
          <p:nvSpPr>
            <p:cNvPr id="16" name="Rounded Rectangle 15"/>
            <p:cNvSpPr/>
            <p:nvPr/>
          </p:nvSpPr>
          <p:spPr>
            <a:xfrm>
              <a:off x="1019230" y="862885"/>
              <a:ext cx="2818673" cy="5821250"/>
            </a:xfrm>
            <a:prstGeom prst="roundRect">
              <a:avLst>
                <a:gd name="adj" fmla="val 4294"/>
              </a:avLst>
            </a:prstGeom>
            <a:solidFill>
              <a:schemeClr val="bg1"/>
            </a:solidFill>
            <a:ln>
              <a:solidFill>
                <a:srgbClr val="8F2D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172702" y="1545466"/>
              <a:ext cx="2511728" cy="399245"/>
            </a:xfrm>
            <a:prstGeom prst="roundRect">
              <a:avLst>
                <a:gd name="adj" fmla="val 4294"/>
              </a:avLst>
            </a:prstGeom>
            <a:solidFill>
              <a:schemeClr val="bg1"/>
            </a:solidFill>
            <a:ln>
              <a:solidFill>
                <a:srgbClr val="8F2D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172702" y="2356809"/>
              <a:ext cx="2511728" cy="399245"/>
            </a:xfrm>
            <a:prstGeom prst="roundRect">
              <a:avLst>
                <a:gd name="adj" fmla="val 4294"/>
              </a:avLst>
            </a:prstGeom>
            <a:solidFill>
              <a:schemeClr val="bg1"/>
            </a:solidFill>
            <a:ln>
              <a:solidFill>
                <a:srgbClr val="8F2D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039414" y="2974968"/>
              <a:ext cx="645016" cy="29495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8F2D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119371" y="3030893"/>
              <a:ext cx="198058" cy="188775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8F2D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96504" y="1144118"/>
              <a:ext cx="19037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Topic to Subscribe</a:t>
              </a:r>
              <a:endParaRPr lang="en-IN" b="1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96503" y="1966094"/>
              <a:ext cx="5757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 err="1"/>
                <a:t>QoS</a:t>
              </a:r>
              <a:endParaRPr lang="en-IN" b="1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077427" y="2929818"/>
              <a:ext cx="20063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Store data in local?</a:t>
              </a:r>
              <a:endParaRPr lang="en-IN" b="1" dirty="0"/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1638029" y="3618911"/>
              <a:ext cx="1581074" cy="386573"/>
              <a:chOff x="5203060" y="17034"/>
              <a:chExt cx="1928794" cy="386573"/>
            </a:xfrm>
            <a:solidFill>
              <a:srgbClr val="92D050"/>
            </a:solidFill>
          </p:grpSpPr>
          <p:sp>
            <p:nvSpPr>
              <p:cNvPr id="24" name="Rounded Rectangle 23"/>
              <p:cNvSpPr/>
              <p:nvPr/>
            </p:nvSpPr>
            <p:spPr>
              <a:xfrm>
                <a:off x="5203060" y="34275"/>
                <a:ext cx="1928794" cy="369332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492951" y="17034"/>
                <a:ext cx="14191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</a:rPr>
                  <a:t>Subscribe</a:t>
                </a:r>
                <a:endParaRPr lang="en-IN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6" name="TextBox 25"/>
            <p:cNvSpPr txBox="1"/>
            <p:nvPr/>
          </p:nvSpPr>
          <p:spPr>
            <a:xfrm>
              <a:off x="1224359" y="1545466"/>
              <a:ext cx="18631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Topic to subscribe</a:t>
              </a:r>
              <a:endParaRPr lang="en-IN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3453147" y="946571"/>
              <a:ext cx="312969" cy="270483"/>
              <a:chOff x="10225824" y="568403"/>
              <a:chExt cx="521255" cy="408623"/>
            </a:xfrm>
          </p:grpSpPr>
          <p:sp>
            <p:nvSpPr>
              <p:cNvPr id="28" name="TextBox 27"/>
              <p:cNvSpPr txBox="1"/>
              <p:nvPr/>
            </p:nvSpPr>
            <p:spPr>
              <a:xfrm>
                <a:off x="10225824" y="568403"/>
                <a:ext cx="521255" cy="408623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IN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29" name="Picture 28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10381210" y="667473"/>
                <a:ext cx="210481" cy="210481"/>
              </a:xfrm>
              <a:prstGeom prst="rect">
                <a:avLst/>
              </a:prstGeom>
            </p:spPr>
          </p:pic>
        </p:grpSp>
      </p:grpSp>
      <p:grpSp>
        <p:nvGrpSpPr>
          <p:cNvPr id="30" name="Group 29"/>
          <p:cNvGrpSpPr/>
          <p:nvPr/>
        </p:nvGrpSpPr>
        <p:grpSpPr>
          <a:xfrm>
            <a:off x="4024875" y="849953"/>
            <a:ext cx="2818673" cy="5821250"/>
            <a:chOff x="1019230" y="862885"/>
            <a:chExt cx="2818673" cy="5821250"/>
          </a:xfrm>
        </p:grpSpPr>
        <p:sp>
          <p:nvSpPr>
            <p:cNvPr id="31" name="Rounded Rectangle 30"/>
            <p:cNvSpPr/>
            <p:nvPr/>
          </p:nvSpPr>
          <p:spPr>
            <a:xfrm>
              <a:off x="1019230" y="862885"/>
              <a:ext cx="2818673" cy="5821250"/>
            </a:xfrm>
            <a:prstGeom prst="roundRect">
              <a:avLst>
                <a:gd name="adj" fmla="val 4294"/>
              </a:avLst>
            </a:prstGeom>
            <a:solidFill>
              <a:schemeClr val="bg1"/>
            </a:solidFill>
            <a:ln>
              <a:solidFill>
                <a:srgbClr val="8F2D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172702" y="1545466"/>
              <a:ext cx="2511728" cy="399245"/>
            </a:xfrm>
            <a:prstGeom prst="roundRect">
              <a:avLst>
                <a:gd name="adj" fmla="val 4294"/>
              </a:avLst>
            </a:prstGeom>
            <a:solidFill>
              <a:schemeClr val="bg1"/>
            </a:solidFill>
            <a:ln>
              <a:solidFill>
                <a:srgbClr val="8F2D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1172702" y="2356809"/>
              <a:ext cx="2511728" cy="399245"/>
            </a:xfrm>
            <a:prstGeom prst="roundRect">
              <a:avLst>
                <a:gd name="adj" fmla="val 4294"/>
              </a:avLst>
            </a:prstGeom>
            <a:solidFill>
              <a:schemeClr val="bg1"/>
            </a:solidFill>
            <a:ln>
              <a:solidFill>
                <a:srgbClr val="8F2D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096504" y="1144118"/>
              <a:ext cx="1682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Topic to Publish</a:t>
              </a:r>
              <a:endParaRPr lang="en-IN" b="1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96503" y="1966094"/>
              <a:ext cx="5757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 err="1"/>
                <a:t>QoS</a:t>
              </a:r>
              <a:endParaRPr lang="en-IN" b="1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77427" y="2929818"/>
              <a:ext cx="20063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Store data in local?</a:t>
              </a:r>
              <a:endParaRPr lang="en-IN" b="1" dirty="0"/>
            </a:p>
          </p:txBody>
        </p:sp>
        <p:grpSp>
          <p:nvGrpSpPr>
            <p:cNvPr id="39" name="Group 38"/>
            <p:cNvGrpSpPr/>
            <p:nvPr/>
          </p:nvGrpSpPr>
          <p:grpSpPr>
            <a:xfrm>
              <a:off x="1638029" y="6130292"/>
              <a:ext cx="1581074" cy="386575"/>
              <a:chOff x="5203060" y="2528415"/>
              <a:chExt cx="1928794" cy="386575"/>
            </a:xfrm>
            <a:solidFill>
              <a:srgbClr val="92D050"/>
            </a:solidFill>
          </p:grpSpPr>
          <p:sp>
            <p:nvSpPr>
              <p:cNvPr id="44" name="Rounded Rectangle 43"/>
              <p:cNvSpPr/>
              <p:nvPr/>
            </p:nvSpPr>
            <p:spPr>
              <a:xfrm>
                <a:off x="5203060" y="2545658"/>
                <a:ext cx="1928794" cy="369332"/>
              </a:xfrm>
              <a:prstGeom prst="roundRect">
                <a:avLst/>
              </a:prstGeom>
              <a:solidFill>
                <a:srgbClr val="8034E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5650067" y="2528415"/>
                <a:ext cx="11015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</a:rPr>
                  <a:t>Publish</a:t>
                </a:r>
                <a:endParaRPr lang="en-IN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0" name="TextBox 39"/>
            <p:cNvSpPr txBox="1"/>
            <p:nvPr/>
          </p:nvSpPr>
          <p:spPr>
            <a:xfrm>
              <a:off x="1224359" y="1545466"/>
              <a:ext cx="16559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Topic to publish</a:t>
              </a:r>
              <a:endParaRPr lang="en-IN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41" name="Group 40"/>
            <p:cNvGrpSpPr/>
            <p:nvPr/>
          </p:nvGrpSpPr>
          <p:grpSpPr>
            <a:xfrm>
              <a:off x="3453147" y="946571"/>
              <a:ext cx="312969" cy="270483"/>
              <a:chOff x="10225824" y="568403"/>
              <a:chExt cx="521255" cy="408623"/>
            </a:xfrm>
          </p:grpSpPr>
          <p:sp>
            <p:nvSpPr>
              <p:cNvPr id="42" name="TextBox 41"/>
              <p:cNvSpPr txBox="1"/>
              <p:nvPr/>
            </p:nvSpPr>
            <p:spPr>
              <a:xfrm>
                <a:off x="10225824" y="568403"/>
                <a:ext cx="521255" cy="408623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IN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43" name="Picture 42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10381210" y="667473"/>
                <a:ext cx="210481" cy="210481"/>
              </a:xfrm>
              <a:prstGeom prst="rect">
                <a:avLst/>
              </a:prstGeom>
            </p:spPr>
          </p:pic>
        </p:grpSp>
      </p:grpSp>
      <p:sp>
        <p:nvSpPr>
          <p:cNvPr id="46" name="TextBox 45"/>
          <p:cNvSpPr txBox="1"/>
          <p:nvPr/>
        </p:nvSpPr>
        <p:spPr>
          <a:xfrm>
            <a:off x="4102148" y="3391246"/>
            <a:ext cx="939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Payload</a:t>
            </a:r>
            <a:endParaRPr lang="en-IN" b="1" dirty="0"/>
          </a:p>
        </p:txBody>
      </p:sp>
      <p:sp>
        <p:nvSpPr>
          <p:cNvPr id="47" name="Rounded Rectangle 46"/>
          <p:cNvSpPr/>
          <p:nvPr/>
        </p:nvSpPr>
        <p:spPr>
          <a:xfrm>
            <a:off x="4178347" y="3773273"/>
            <a:ext cx="2500117" cy="2260322"/>
          </a:xfrm>
          <a:prstGeom prst="roundRect">
            <a:avLst>
              <a:gd name="adj" fmla="val 4294"/>
            </a:avLst>
          </a:prstGeom>
          <a:solidFill>
            <a:schemeClr val="bg1"/>
          </a:solidFill>
          <a:ln>
            <a:solidFill>
              <a:srgbClr val="8F2D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8" name="Rounded Rectangle 47"/>
          <p:cNvSpPr/>
          <p:nvPr/>
        </p:nvSpPr>
        <p:spPr>
          <a:xfrm>
            <a:off x="6038050" y="2959941"/>
            <a:ext cx="645016" cy="2949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8F2D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9" name="Rounded Rectangle 48"/>
          <p:cNvSpPr/>
          <p:nvPr/>
        </p:nvSpPr>
        <p:spPr>
          <a:xfrm>
            <a:off x="6118007" y="3015866"/>
            <a:ext cx="198058" cy="188775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8F2D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429" y="2446418"/>
            <a:ext cx="261153" cy="261153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224359" y="2380378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Select</a:t>
            </a:r>
            <a:endParaRPr lang="en-I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304" y="2431391"/>
            <a:ext cx="261153" cy="261153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197234" y="2365351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Select</a:t>
            </a:r>
            <a:endParaRPr lang="en-I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0431885" y="81429"/>
            <a:ext cx="1887602" cy="386573"/>
            <a:chOff x="10431885" y="81429"/>
            <a:chExt cx="1887602" cy="386573"/>
          </a:xfrm>
        </p:grpSpPr>
        <p:grpSp>
          <p:nvGrpSpPr>
            <p:cNvPr id="3" name="Group 2"/>
            <p:cNvGrpSpPr/>
            <p:nvPr/>
          </p:nvGrpSpPr>
          <p:grpSpPr>
            <a:xfrm>
              <a:off x="10431885" y="81429"/>
              <a:ext cx="1887602" cy="386573"/>
              <a:chOff x="5437694" y="17034"/>
              <a:chExt cx="1910535" cy="386573"/>
            </a:xfrm>
            <a:solidFill>
              <a:srgbClr val="92D050"/>
            </a:solidFill>
          </p:grpSpPr>
          <p:sp>
            <p:nvSpPr>
              <p:cNvPr id="22" name="Rounded Rectangle 21"/>
              <p:cNvSpPr/>
              <p:nvPr/>
            </p:nvSpPr>
            <p:spPr>
              <a:xfrm>
                <a:off x="5437694" y="34275"/>
                <a:ext cx="1694158" cy="369332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5819306" y="17034"/>
                <a:ext cx="15289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</a:rPr>
                  <a:t>Connected</a:t>
                </a:r>
                <a:endParaRPr lang="en-IN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92242" y="167288"/>
              <a:ext cx="232096" cy="232096"/>
            </a:xfrm>
            <a:prstGeom prst="rect">
              <a:avLst/>
            </a:prstGeom>
          </p:spPr>
        </p:pic>
      </p:grpSp>
      <p:grpSp>
        <p:nvGrpSpPr>
          <p:cNvPr id="54" name="Group 53"/>
          <p:cNvGrpSpPr/>
          <p:nvPr/>
        </p:nvGrpSpPr>
        <p:grpSpPr>
          <a:xfrm>
            <a:off x="8633620" y="89946"/>
            <a:ext cx="1887602" cy="386573"/>
            <a:chOff x="5437694" y="17034"/>
            <a:chExt cx="1910535" cy="386573"/>
          </a:xfrm>
          <a:solidFill>
            <a:srgbClr val="92D050"/>
          </a:solidFill>
        </p:grpSpPr>
        <p:sp>
          <p:nvSpPr>
            <p:cNvPr id="56" name="Rounded Rectangle 55"/>
            <p:cNvSpPr/>
            <p:nvPr/>
          </p:nvSpPr>
          <p:spPr>
            <a:xfrm>
              <a:off x="5437694" y="34275"/>
              <a:ext cx="1694158" cy="369332"/>
            </a:xfrm>
            <a:prstGeom prst="roundRect">
              <a:avLst/>
            </a:prstGeom>
            <a:solidFill>
              <a:srgbClr val="8034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819306" y="17034"/>
              <a:ext cx="15289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Publisher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6826197" y="89946"/>
            <a:ext cx="1887602" cy="386573"/>
            <a:chOff x="5437694" y="17034"/>
            <a:chExt cx="1910535" cy="386573"/>
          </a:xfrm>
          <a:solidFill>
            <a:srgbClr val="92D050"/>
          </a:solidFill>
        </p:grpSpPr>
        <p:sp>
          <p:nvSpPr>
            <p:cNvPr id="61" name="Rounded Rectangle 60"/>
            <p:cNvSpPr/>
            <p:nvPr/>
          </p:nvSpPr>
          <p:spPr>
            <a:xfrm>
              <a:off x="5437694" y="34275"/>
              <a:ext cx="1694158" cy="369332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819306" y="17034"/>
              <a:ext cx="15289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Subscriber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412" y="164923"/>
            <a:ext cx="266451" cy="266451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527" y="192654"/>
            <a:ext cx="219470" cy="219470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03" y="44864"/>
            <a:ext cx="683003" cy="683003"/>
          </a:xfrm>
          <a:prstGeom prst="rect">
            <a:avLst/>
          </a:prstGeom>
        </p:spPr>
      </p:pic>
      <p:pic>
        <p:nvPicPr>
          <p:cNvPr id="60" name="Picture 5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22" y="6309573"/>
            <a:ext cx="446163" cy="446163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>
          <a:xfrm>
            <a:off x="110511" y="837871"/>
            <a:ext cx="564584" cy="553048"/>
            <a:chOff x="110511" y="837871"/>
            <a:chExt cx="564584" cy="553048"/>
          </a:xfrm>
        </p:grpSpPr>
        <p:sp>
          <p:nvSpPr>
            <p:cNvPr id="65" name="Rounded Rectangle 64"/>
            <p:cNvSpPr/>
            <p:nvPr/>
          </p:nvSpPr>
          <p:spPr>
            <a:xfrm>
              <a:off x="110511" y="837871"/>
              <a:ext cx="564584" cy="553048"/>
            </a:xfrm>
            <a:prstGeom prst="roundRect">
              <a:avLst/>
            </a:prstGeom>
            <a:solidFill>
              <a:srgbClr val="7B27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66" name="Picture 65"/>
            <p:cNvPicPr>
              <a:picLocks noChangeAspect="1"/>
            </p:cNvPicPr>
            <p:nvPr/>
          </p:nvPicPr>
          <p:blipFill>
            <a:blip r:embed="rId9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867" y="968459"/>
              <a:ext cx="291872" cy="291872"/>
            </a:xfrm>
            <a:prstGeom prst="rect">
              <a:avLst/>
            </a:prstGeom>
          </p:spPr>
        </p:pic>
      </p:grpSp>
      <p:pic>
        <p:nvPicPr>
          <p:cNvPr id="67" name="Picture 6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980" y="89946"/>
            <a:ext cx="338796" cy="338796"/>
          </a:xfrm>
          <a:prstGeom prst="rect">
            <a:avLst/>
          </a:prstGeom>
        </p:spPr>
      </p:pic>
      <p:grpSp>
        <p:nvGrpSpPr>
          <p:cNvPr id="68" name="Group 67"/>
          <p:cNvGrpSpPr/>
          <p:nvPr/>
        </p:nvGrpSpPr>
        <p:grpSpPr>
          <a:xfrm>
            <a:off x="110511" y="1521507"/>
            <a:ext cx="564584" cy="553048"/>
            <a:chOff x="110511" y="1521507"/>
            <a:chExt cx="564584" cy="553048"/>
          </a:xfrm>
        </p:grpSpPr>
        <p:sp>
          <p:nvSpPr>
            <p:cNvPr id="69" name="Rounded Rectangle 68"/>
            <p:cNvSpPr/>
            <p:nvPr/>
          </p:nvSpPr>
          <p:spPr>
            <a:xfrm>
              <a:off x="110511" y="1521507"/>
              <a:ext cx="564584" cy="553048"/>
            </a:xfrm>
            <a:prstGeom prst="roundRect">
              <a:avLst/>
            </a:prstGeom>
            <a:solidFill>
              <a:srgbClr val="631F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70" name="Picture 69"/>
            <p:cNvPicPr>
              <a:picLocks noChangeAspect="1"/>
            </p:cNvPicPr>
            <p:nvPr/>
          </p:nvPicPr>
          <p:blipFill>
            <a:blip r:embed="rId11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954" y="1643926"/>
              <a:ext cx="300785" cy="3007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04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ounded Rectangle 4"/>
          <p:cNvSpPr/>
          <p:nvPr/>
        </p:nvSpPr>
        <p:spPr>
          <a:xfrm>
            <a:off x="0" y="0"/>
            <a:ext cx="785611" cy="6858000"/>
          </a:xfrm>
          <a:prstGeom prst="roundRect">
            <a:avLst>
              <a:gd name="adj" fmla="val 22"/>
            </a:avLst>
          </a:prstGeom>
          <a:solidFill>
            <a:srgbClr val="8F2E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1413148" y="92230"/>
            <a:ext cx="895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Client 1</a:t>
            </a:r>
            <a:endParaRPr lang="en-I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785610" y="553792"/>
            <a:ext cx="11406389" cy="12878"/>
          </a:xfrm>
          <a:prstGeom prst="line">
            <a:avLst/>
          </a:prstGeom>
          <a:ln>
            <a:solidFill>
              <a:srgbClr val="C850AE"/>
            </a:solidFill>
          </a:ln>
          <a:effectLst>
            <a:outerShdw blurRad="266700" dist="63500" dir="5400000" sx="99000" sy="99000" algn="t" rotWithShape="0">
              <a:prstClr val="black">
                <a:alpha val="49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1019230" y="862885"/>
            <a:ext cx="2818673" cy="5821250"/>
            <a:chOff x="1019230" y="862885"/>
            <a:chExt cx="2818673" cy="5821250"/>
          </a:xfrm>
        </p:grpSpPr>
        <p:sp>
          <p:nvSpPr>
            <p:cNvPr id="16" name="Rounded Rectangle 15"/>
            <p:cNvSpPr/>
            <p:nvPr/>
          </p:nvSpPr>
          <p:spPr>
            <a:xfrm>
              <a:off x="1019230" y="862885"/>
              <a:ext cx="2818673" cy="5821250"/>
            </a:xfrm>
            <a:prstGeom prst="roundRect">
              <a:avLst>
                <a:gd name="adj" fmla="val 4294"/>
              </a:avLst>
            </a:prstGeom>
            <a:solidFill>
              <a:schemeClr val="bg1"/>
            </a:solidFill>
            <a:ln>
              <a:solidFill>
                <a:srgbClr val="8F2D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172702" y="1545466"/>
              <a:ext cx="2511728" cy="399245"/>
            </a:xfrm>
            <a:prstGeom prst="roundRect">
              <a:avLst>
                <a:gd name="adj" fmla="val 4294"/>
              </a:avLst>
            </a:prstGeom>
            <a:solidFill>
              <a:schemeClr val="bg1"/>
            </a:solidFill>
            <a:ln>
              <a:solidFill>
                <a:srgbClr val="8F2D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172702" y="2356809"/>
              <a:ext cx="2511728" cy="399245"/>
            </a:xfrm>
            <a:prstGeom prst="roundRect">
              <a:avLst>
                <a:gd name="adj" fmla="val 4294"/>
              </a:avLst>
            </a:prstGeom>
            <a:solidFill>
              <a:schemeClr val="bg1"/>
            </a:solidFill>
            <a:ln>
              <a:solidFill>
                <a:srgbClr val="8F2D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039414" y="2974968"/>
              <a:ext cx="645016" cy="29495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8F2D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119371" y="3030893"/>
              <a:ext cx="198058" cy="188775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8F2D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96504" y="1144118"/>
              <a:ext cx="19037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Topic to Subscribe</a:t>
              </a:r>
              <a:endParaRPr lang="en-IN" b="1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96503" y="1966094"/>
              <a:ext cx="5757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 err="1"/>
                <a:t>QoS</a:t>
              </a:r>
              <a:endParaRPr lang="en-IN" b="1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077427" y="2929818"/>
              <a:ext cx="20063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Store data in local?</a:t>
              </a:r>
              <a:endParaRPr lang="en-IN" b="1" dirty="0"/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1638029" y="3618911"/>
              <a:ext cx="1581074" cy="386573"/>
              <a:chOff x="5203060" y="17034"/>
              <a:chExt cx="1928794" cy="386573"/>
            </a:xfrm>
            <a:solidFill>
              <a:srgbClr val="92D050"/>
            </a:solidFill>
          </p:grpSpPr>
          <p:sp>
            <p:nvSpPr>
              <p:cNvPr id="24" name="Rounded Rectangle 23"/>
              <p:cNvSpPr/>
              <p:nvPr/>
            </p:nvSpPr>
            <p:spPr>
              <a:xfrm>
                <a:off x="5203060" y="34275"/>
                <a:ext cx="1928794" cy="369332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492951" y="17034"/>
                <a:ext cx="14191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</a:rPr>
                  <a:t>Subscribe</a:t>
                </a:r>
                <a:endParaRPr lang="en-IN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6" name="TextBox 25"/>
            <p:cNvSpPr txBox="1"/>
            <p:nvPr/>
          </p:nvSpPr>
          <p:spPr>
            <a:xfrm>
              <a:off x="1224359" y="1545466"/>
              <a:ext cx="18631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Topic to subscribe</a:t>
              </a:r>
              <a:endParaRPr lang="en-IN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3453147" y="946571"/>
              <a:ext cx="312969" cy="270483"/>
              <a:chOff x="10225824" y="568403"/>
              <a:chExt cx="521255" cy="408623"/>
            </a:xfrm>
          </p:grpSpPr>
          <p:sp>
            <p:nvSpPr>
              <p:cNvPr id="28" name="TextBox 27"/>
              <p:cNvSpPr txBox="1"/>
              <p:nvPr/>
            </p:nvSpPr>
            <p:spPr>
              <a:xfrm>
                <a:off x="10225824" y="568403"/>
                <a:ext cx="521255" cy="408623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IN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29" name="Picture 28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10381210" y="667473"/>
                <a:ext cx="210481" cy="210481"/>
              </a:xfrm>
              <a:prstGeom prst="rect">
                <a:avLst/>
              </a:prstGeom>
            </p:spPr>
          </p:pic>
        </p:grpSp>
      </p:grpSp>
      <p:grpSp>
        <p:nvGrpSpPr>
          <p:cNvPr id="30" name="Group 29"/>
          <p:cNvGrpSpPr/>
          <p:nvPr/>
        </p:nvGrpSpPr>
        <p:grpSpPr>
          <a:xfrm>
            <a:off x="4024875" y="849953"/>
            <a:ext cx="2818673" cy="5821250"/>
            <a:chOff x="1019230" y="862885"/>
            <a:chExt cx="2818673" cy="5821250"/>
          </a:xfrm>
        </p:grpSpPr>
        <p:sp>
          <p:nvSpPr>
            <p:cNvPr id="31" name="Rounded Rectangle 30"/>
            <p:cNvSpPr/>
            <p:nvPr/>
          </p:nvSpPr>
          <p:spPr>
            <a:xfrm>
              <a:off x="1019230" y="862885"/>
              <a:ext cx="2818673" cy="5821250"/>
            </a:xfrm>
            <a:prstGeom prst="roundRect">
              <a:avLst>
                <a:gd name="adj" fmla="val 4294"/>
              </a:avLst>
            </a:prstGeom>
            <a:solidFill>
              <a:schemeClr val="bg1"/>
            </a:solidFill>
            <a:ln>
              <a:solidFill>
                <a:srgbClr val="8034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172702" y="1545466"/>
              <a:ext cx="2511728" cy="399245"/>
            </a:xfrm>
            <a:prstGeom prst="roundRect">
              <a:avLst>
                <a:gd name="adj" fmla="val 4294"/>
              </a:avLst>
            </a:prstGeom>
            <a:solidFill>
              <a:schemeClr val="bg1"/>
            </a:solidFill>
            <a:ln>
              <a:solidFill>
                <a:srgbClr val="8F2D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1172702" y="2356809"/>
              <a:ext cx="2511728" cy="399245"/>
            </a:xfrm>
            <a:prstGeom prst="roundRect">
              <a:avLst>
                <a:gd name="adj" fmla="val 4294"/>
              </a:avLst>
            </a:prstGeom>
            <a:solidFill>
              <a:schemeClr val="bg1"/>
            </a:solidFill>
            <a:ln>
              <a:solidFill>
                <a:srgbClr val="8F2D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096504" y="1144118"/>
              <a:ext cx="1682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Topic to Publish</a:t>
              </a:r>
              <a:endParaRPr lang="en-IN" b="1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96503" y="1966094"/>
              <a:ext cx="5757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 err="1"/>
                <a:t>QoS</a:t>
              </a:r>
              <a:endParaRPr lang="en-IN" b="1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77427" y="2929818"/>
              <a:ext cx="20063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Store data in local?</a:t>
              </a:r>
              <a:endParaRPr lang="en-IN" b="1" dirty="0"/>
            </a:p>
          </p:txBody>
        </p:sp>
        <p:grpSp>
          <p:nvGrpSpPr>
            <p:cNvPr id="39" name="Group 38"/>
            <p:cNvGrpSpPr/>
            <p:nvPr/>
          </p:nvGrpSpPr>
          <p:grpSpPr>
            <a:xfrm>
              <a:off x="1638029" y="6130292"/>
              <a:ext cx="1581074" cy="386575"/>
              <a:chOff x="5203060" y="2528415"/>
              <a:chExt cx="1928794" cy="386575"/>
            </a:xfrm>
            <a:solidFill>
              <a:srgbClr val="92D050"/>
            </a:solidFill>
          </p:grpSpPr>
          <p:sp>
            <p:nvSpPr>
              <p:cNvPr id="44" name="Rounded Rectangle 43"/>
              <p:cNvSpPr/>
              <p:nvPr/>
            </p:nvSpPr>
            <p:spPr>
              <a:xfrm>
                <a:off x="5203060" y="2545658"/>
                <a:ext cx="1928794" cy="369332"/>
              </a:xfrm>
              <a:prstGeom prst="roundRect">
                <a:avLst/>
              </a:prstGeom>
              <a:solidFill>
                <a:srgbClr val="8034E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5650067" y="2528415"/>
                <a:ext cx="11015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</a:rPr>
                  <a:t>Publish</a:t>
                </a:r>
                <a:endParaRPr lang="en-IN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0" name="TextBox 39"/>
            <p:cNvSpPr txBox="1"/>
            <p:nvPr/>
          </p:nvSpPr>
          <p:spPr>
            <a:xfrm>
              <a:off x="1224359" y="1545466"/>
              <a:ext cx="16559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Topic to publish</a:t>
              </a:r>
              <a:endParaRPr lang="en-IN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41" name="Group 40"/>
            <p:cNvGrpSpPr/>
            <p:nvPr/>
          </p:nvGrpSpPr>
          <p:grpSpPr>
            <a:xfrm>
              <a:off x="3453147" y="946571"/>
              <a:ext cx="312969" cy="270483"/>
              <a:chOff x="10225824" y="568403"/>
              <a:chExt cx="521255" cy="408623"/>
            </a:xfrm>
          </p:grpSpPr>
          <p:sp>
            <p:nvSpPr>
              <p:cNvPr id="42" name="TextBox 41"/>
              <p:cNvSpPr txBox="1"/>
              <p:nvPr/>
            </p:nvSpPr>
            <p:spPr>
              <a:xfrm>
                <a:off x="10225824" y="568403"/>
                <a:ext cx="521255" cy="408623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IN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43" name="Picture 42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10381210" y="667473"/>
                <a:ext cx="210481" cy="210481"/>
              </a:xfrm>
              <a:prstGeom prst="rect">
                <a:avLst/>
              </a:prstGeom>
            </p:spPr>
          </p:pic>
        </p:grpSp>
      </p:grpSp>
      <p:sp>
        <p:nvSpPr>
          <p:cNvPr id="46" name="TextBox 45"/>
          <p:cNvSpPr txBox="1"/>
          <p:nvPr/>
        </p:nvSpPr>
        <p:spPr>
          <a:xfrm>
            <a:off x="4102148" y="3391246"/>
            <a:ext cx="939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Payload</a:t>
            </a:r>
            <a:endParaRPr lang="en-IN" b="1" dirty="0"/>
          </a:p>
        </p:txBody>
      </p:sp>
      <p:sp>
        <p:nvSpPr>
          <p:cNvPr id="47" name="Rounded Rectangle 46"/>
          <p:cNvSpPr/>
          <p:nvPr/>
        </p:nvSpPr>
        <p:spPr>
          <a:xfrm>
            <a:off x="4178347" y="3773273"/>
            <a:ext cx="2500117" cy="2260322"/>
          </a:xfrm>
          <a:prstGeom prst="roundRect">
            <a:avLst>
              <a:gd name="adj" fmla="val 4294"/>
            </a:avLst>
          </a:prstGeom>
          <a:solidFill>
            <a:schemeClr val="bg1"/>
          </a:solidFill>
          <a:ln>
            <a:solidFill>
              <a:srgbClr val="8F2D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8" name="Rounded Rectangle 47"/>
          <p:cNvSpPr/>
          <p:nvPr/>
        </p:nvSpPr>
        <p:spPr>
          <a:xfrm>
            <a:off x="6038050" y="2959941"/>
            <a:ext cx="645016" cy="2949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8F2D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9" name="Rounded Rectangle 48"/>
          <p:cNvSpPr/>
          <p:nvPr/>
        </p:nvSpPr>
        <p:spPr>
          <a:xfrm>
            <a:off x="6118007" y="3015866"/>
            <a:ext cx="198058" cy="188775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8F2D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429" y="2446418"/>
            <a:ext cx="261153" cy="261153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224359" y="2380378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Select</a:t>
            </a:r>
            <a:endParaRPr lang="en-I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304" y="2431391"/>
            <a:ext cx="261153" cy="261153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197234" y="2365351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Select</a:t>
            </a:r>
            <a:endParaRPr lang="en-I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9990277" y="81429"/>
            <a:ext cx="2329209" cy="646331"/>
            <a:chOff x="5437694" y="17034"/>
            <a:chExt cx="1910535" cy="646331"/>
          </a:xfrm>
          <a:solidFill>
            <a:srgbClr val="92D050"/>
          </a:solidFill>
        </p:grpSpPr>
        <p:sp>
          <p:nvSpPr>
            <p:cNvPr id="22" name="Rounded Rectangle 21"/>
            <p:cNvSpPr/>
            <p:nvPr/>
          </p:nvSpPr>
          <p:spPr>
            <a:xfrm>
              <a:off x="5437694" y="34275"/>
              <a:ext cx="1694158" cy="369332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819306" y="17034"/>
              <a:ext cx="152892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Not Connected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6414069" y="89946"/>
            <a:ext cx="1887602" cy="386573"/>
            <a:chOff x="6826197" y="89946"/>
            <a:chExt cx="1887602" cy="386573"/>
          </a:xfrm>
        </p:grpSpPr>
        <p:grpSp>
          <p:nvGrpSpPr>
            <p:cNvPr id="59" name="Group 58"/>
            <p:cNvGrpSpPr/>
            <p:nvPr/>
          </p:nvGrpSpPr>
          <p:grpSpPr>
            <a:xfrm>
              <a:off x="6826197" y="89946"/>
              <a:ext cx="1887602" cy="386573"/>
              <a:chOff x="5437694" y="17034"/>
              <a:chExt cx="1910535" cy="386573"/>
            </a:xfrm>
            <a:solidFill>
              <a:srgbClr val="92D050"/>
            </a:solidFill>
          </p:grpSpPr>
          <p:sp>
            <p:nvSpPr>
              <p:cNvPr id="61" name="Rounded Rectangle 60"/>
              <p:cNvSpPr/>
              <p:nvPr/>
            </p:nvSpPr>
            <p:spPr>
              <a:xfrm>
                <a:off x="5437694" y="34275"/>
                <a:ext cx="1694158" cy="369332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5819306" y="17034"/>
                <a:ext cx="15289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</a:rPr>
                  <a:t>Subscriber</a:t>
                </a:r>
                <a:endParaRPr lang="en-IN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8412" y="164923"/>
              <a:ext cx="266451" cy="266451"/>
            </a:xfrm>
            <a:prstGeom prst="rect">
              <a:avLst/>
            </a:prstGeom>
          </p:spPr>
        </p:pic>
      </p:grpSp>
      <p:grpSp>
        <p:nvGrpSpPr>
          <p:cNvPr id="35" name="Group 34"/>
          <p:cNvGrpSpPr/>
          <p:nvPr/>
        </p:nvGrpSpPr>
        <p:grpSpPr>
          <a:xfrm>
            <a:off x="8221492" y="89946"/>
            <a:ext cx="1887602" cy="386573"/>
            <a:chOff x="8633620" y="89946"/>
            <a:chExt cx="1887602" cy="386573"/>
          </a:xfrm>
        </p:grpSpPr>
        <p:grpSp>
          <p:nvGrpSpPr>
            <p:cNvPr id="54" name="Group 53"/>
            <p:cNvGrpSpPr/>
            <p:nvPr/>
          </p:nvGrpSpPr>
          <p:grpSpPr>
            <a:xfrm>
              <a:off x="8633620" y="89946"/>
              <a:ext cx="1887602" cy="386573"/>
              <a:chOff x="5437694" y="17034"/>
              <a:chExt cx="1910535" cy="386573"/>
            </a:xfrm>
            <a:solidFill>
              <a:srgbClr val="92D050"/>
            </a:solidFill>
          </p:grpSpPr>
          <p:sp>
            <p:nvSpPr>
              <p:cNvPr id="56" name="Rounded Rectangle 55"/>
              <p:cNvSpPr/>
              <p:nvPr/>
            </p:nvSpPr>
            <p:spPr>
              <a:xfrm>
                <a:off x="5437694" y="34275"/>
                <a:ext cx="1694158" cy="369332"/>
              </a:xfrm>
              <a:prstGeom prst="roundRect">
                <a:avLst/>
              </a:prstGeom>
              <a:solidFill>
                <a:srgbClr val="8034E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5819306" y="17034"/>
                <a:ext cx="15289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</a:rPr>
                  <a:t>Publisher</a:t>
                </a:r>
                <a:endParaRPr lang="en-IN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63" name="Picture 6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43527" y="192654"/>
              <a:ext cx="219470" cy="219470"/>
            </a:xfrm>
            <a:prstGeom prst="rect">
              <a:avLst/>
            </a:prstGeom>
          </p:spPr>
        </p:pic>
      </p:grpSp>
      <p:pic>
        <p:nvPicPr>
          <p:cNvPr id="53" name="Picture 5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1310" y="127307"/>
            <a:ext cx="329825" cy="329825"/>
          </a:xfrm>
          <a:prstGeom prst="rect">
            <a:avLst/>
          </a:prstGeom>
        </p:spPr>
      </p:pic>
      <p:pic>
        <p:nvPicPr>
          <p:cNvPr id="60" name="Picture 5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03" y="44864"/>
            <a:ext cx="683003" cy="683003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22" y="6309573"/>
            <a:ext cx="446163" cy="446163"/>
          </a:xfrm>
          <a:prstGeom prst="rect">
            <a:avLst/>
          </a:prstGeom>
        </p:spPr>
      </p:pic>
      <p:grpSp>
        <p:nvGrpSpPr>
          <p:cNvPr id="65" name="Group 64"/>
          <p:cNvGrpSpPr/>
          <p:nvPr/>
        </p:nvGrpSpPr>
        <p:grpSpPr>
          <a:xfrm>
            <a:off x="110511" y="837871"/>
            <a:ext cx="564584" cy="553048"/>
            <a:chOff x="110511" y="837871"/>
            <a:chExt cx="564584" cy="553048"/>
          </a:xfrm>
        </p:grpSpPr>
        <p:sp>
          <p:nvSpPr>
            <p:cNvPr id="66" name="Rounded Rectangle 65"/>
            <p:cNvSpPr/>
            <p:nvPr/>
          </p:nvSpPr>
          <p:spPr>
            <a:xfrm>
              <a:off x="110511" y="837871"/>
              <a:ext cx="564584" cy="553048"/>
            </a:xfrm>
            <a:prstGeom prst="roundRect">
              <a:avLst/>
            </a:prstGeom>
            <a:solidFill>
              <a:srgbClr val="7B27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67" name="Picture 66"/>
            <p:cNvPicPr>
              <a:picLocks noChangeAspect="1"/>
            </p:cNvPicPr>
            <p:nvPr/>
          </p:nvPicPr>
          <p:blipFill>
            <a:blip r:embed="rId9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867" y="968459"/>
              <a:ext cx="291872" cy="291872"/>
            </a:xfrm>
            <a:prstGeom prst="rect">
              <a:avLst/>
            </a:prstGeom>
          </p:spPr>
        </p:pic>
      </p:grpSp>
      <p:pic>
        <p:nvPicPr>
          <p:cNvPr id="68" name="Picture 67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980" y="89946"/>
            <a:ext cx="338796" cy="338796"/>
          </a:xfrm>
          <a:prstGeom prst="rect">
            <a:avLst/>
          </a:prstGeom>
        </p:spPr>
      </p:pic>
      <p:grpSp>
        <p:nvGrpSpPr>
          <p:cNvPr id="69" name="Group 68"/>
          <p:cNvGrpSpPr/>
          <p:nvPr/>
        </p:nvGrpSpPr>
        <p:grpSpPr>
          <a:xfrm>
            <a:off x="110511" y="1521507"/>
            <a:ext cx="564584" cy="553048"/>
            <a:chOff x="110511" y="1521507"/>
            <a:chExt cx="564584" cy="553048"/>
          </a:xfrm>
        </p:grpSpPr>
        <p:sp>
          <p:nvSpPr>
            <p:cNvPr id="70" name="Rounded Rectangle 69"/>
            <p:cNvSpPr/>
            <p:nvPr/>
          </p:nvSpPr>
          <p:spPr>
            <a:xfrm>
              <a:off x="110511" y="1521507"/>
              <a:ext cx="564584" cy="553048"/>
            </a:xfrm>
            <a:prstGeom prst="roundRect">
              <a:avLst/>
            </a:prstGeom>
            <a:solidFill>
              <a:srgbClr val="631F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71" name="Picture 70"/>
            <p:cNvPicPr>
              <a:picLocks noChangeAspect="1"/>
            </p:cNvPicPr>
            <p:nvPr/>
          </p:nvPicPr>
          <p:blipFill>
            <a:blip r:embed="rId11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954" y="1643926"/>
              <a:ext cx="300785" cy="3007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77208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ounded Rectangle 4"/>
          <p:cNvSpPr/>
          <p:nvPr/>
        </p:nvSpPr>
        <p:spPr>
          <a:xfrm>
            <a:off x="0" y="0"/>
            <a:ext cx="785611" cy="6858000"/>
          </a:xfrm>
          <a:prstGeom prst="roundRect">
            <a:avLst>
              <a:gd name="adj" fmla="val 22"/>
            </a:avLst>
          </a:prstGeom>
          <a:solidFill>
            <a:srgbClr val="8F2E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1413148" y="92230"/>
            <a:ext cx="895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Client 1</a:t>
            </a:r>
            <a:endParaRPr lang="en-I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785610" y="553792"/>
            <a:ext cx="11406389" cy="12878"/>
          </a:xfrm>
          <a:prstGeom prst="line">
            <a:avLst/>
          </a:prstGeom>
          <a:ln>
            <a:solidFill>
              <a:srgbClr val="C850AE"/>
            </a:solidFill>
          </a:ln>
          <a:effectLst>
            <a:outerShdw blurRad="266700" dist="63500" dir="5400000" sx="99000" sy="99000" algn="t" rotWithShape="0">
              <a:prstClr val="black">
                <a:alpha val="49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>
            <a:off x="10431885" y="81429"/>
            <a:ext cx="1887602" cy="386573"/>
            <a:chOff x="10431885" y="81429"/>
            <a:chExt cx="1887602" cy="386573"/>
          </a:xfrm>
        </p:grpSpPr>
        <p:grpSp>
          <p:nvGrpSpPr>
            <p:cNvPr id="3" name="Group 2"/>
            <p:cNvGrpSpPr/>
            <p:nvPr/>
          </p:nvGrpSpPr>
          <p:grpSpPr>
            <a:xfrm>
              <a:off x="10431885" y="81429"/>
              <a:ext cx="1887602" cy="386573"/>
              <a:chOff x="5437694" y="17034"/>
              <a:chExt cx="1910535" cy="386573"/>
            </a:xfrm>
            <a:solidFill>
              <a:srgbClr val="92D050"/>
            </a:solidFill>
          </p:grpSpPr>
          <p:sp>
            <p:nvSpPr>
              <p:cNvPr id="22" name="Rounded Rectangle 21"/>
              <p:cNvSpPr/>
              <p:nvPr/>
            </p:nvSpPr>
            <p:spPr>
              <a:xfrm>
                <a:off x="5437694" y="34275"/>
                <a:ext cx="1694158" cy="369332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5819306" y="17034"/>
                <a:ext cx="15289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</a:rPr>
                  <a:t>Connected</a:t>
                </a:r>
                <a:endParaRPr lang="en-IN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92242" y="167288"/>
              <a:ext cx="232096" cy="232096"/>
            </a:xfrm>
            <a:prstGeom prst="rect">
              <a:avLst/>
            </a:prstGeom>
          </p:spPr>
        </p:pic>
      </p:grpSp>
      <p:grpSp>
        <p:nvGrpSpPr>
          <p:cNvPr id="54" name="Group 53"/>
          <p:cNvGrpSpPr/>
          <p:nvPr/>
        </p:nvGrpSpPr>
        <p:grpSpPr>
          <a:xfrm>
            <a:off x="8633620" y="89946"/>
            <a:ext cx="1887602" cy="386573"/>
            <a:chOff x="5437694" y="17034"/>
            <a:chExt cx="1910535" cy="386573"/>
          </a:xfrm>
          <a:solidFill>
            <a:srgbClr val="92D050"/>
          </a:solidFill>
        </p:grpSpPr>
        <p:sp>
          <p:nvSpPr>
            <p:cNvPr id="56" name="Rounded Rectangle 55"/>
            <p:cNvSpPr/>
            <p:nvPr/>
          </p:nvSpPr>
          <p:spPr>
            <a:xfrm>
              <a:off x="5437694" y="34275"/>
              <a:ext cx="1694158" cy="369332"/>
            </a:xfrm>
            <a:prstGeom prst="roundRect">
              <a:avLst/>
            </a:prstGeom>
            <a:solidFill>
              <a:srgbClr val="8034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819306" y="17034"/>
              <a:ext cx="15289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Publisher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6826197" y="89946"/>
            <a:ext cx="1887602" cy="386573"/>
            <a:chOff x="5437694" y="17034"/>
            <a:chExt cx="1910535" cy="386573"/>
          </a:xfrm>
          <a:solidFill>
            <a:srgbClr val="92D050"/>
          </a:solidFill>
        </p:grpSpPr>
        <p:sp>
          <p:nvSpPr>
            <p:cNvPr id="61" name="Rounded Rectangle 60"/>
            <p:cNvSpPr/>
            <p:nvPr/>
          </p:nvSpPr>
          <p:spPr>
            <a:xfrm>
              <a:off x="5437694" y="34275"/>
              <a:ext cx="1694158" cy="369332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819306" y="17034"/>
              <a:ext cx="15289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Subscriber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412" y="164923"/>
            <a:ext cx="266451" cy="266451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527" y="192654"/>
            <a:ext cx="219470" cy="219470"/>
          </a:xfrm>
          <a:prstGeom prst="rect">
            <a:avLst/>
          </a:prstGeom>
        </p:spPr>
      </p:pic>
      <p:grpSp>
        <p:nvGrpSpPr>
          <p:cNvPr id="30" name="Group 29"/>
          <p:cNvGrpSpPr/>
          <p:nvPr/>
        </p:nvGrpSpPr>
        <p:grpSpPr>
          <a:xfrm>
            <a:off x="1019230" y="862885"/>
            <a:ext cx="2818673" cy="5821250"/>
            <a:chOff x="1019230" y="862885"/>
            <a:chExt cx="2818673" cy="5821250"/>
          </a:xfrm>
        </p:grpSpPr>
        <p:grpSp>
          <p:nvGrpSpPr>
            <p:cNvPr id="2" name="Group 1"/>
            <p:cNvGrpSpPr/>
            <p:nvPr/>
          </p:nvGrpSpPr>
          <p:grpSpPr>
            <a:xfrm>
              <a:off x="1019230" y="862885"/>
              <a:ext cx="2818673" cy="5821250"/>
              <a:chOff x="1019230" y="862885"/>
              <a:chExt cx="2818673" cy="5821250"/>
            </a:xfrm>
          </p:grpSpPr>
          <p:sp>
            <p:nvSpPr>
              <p:cNvPr id="16" name="Rounded Rectangle 15"/>
              <p:cNvSpPr/>
              <p:nvPr/>
            </p:nvSpPr>
            <p:spPr>
              <a:xfrm>
                <a:off x="1019230" y="862885"/>
                <a:ext cx="2818673" cy="5821250"/>
              </a:xfrm>
              <a:prstGeom prst="roundRect">
                <a:avLst>
                  <a:gd name="adj" fmla="val 4294"/>
                </a:avLst>
              </a:prstGeom>
              <a:solidFill>
                <a:schemeClr val="bg1"/>
              </a:solidFill>
              <a:ln>
                <a:solidFill>
                  <a:srgbClr val="8F2D7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2" name="Rounded Rectangle 11"/>
              <p:cNvSpPr/>
              <p:nvPr/>
            </p:nvSpPr>
            <p:spPr>
              <a:xfrm>
                <a:off x="1172702" y="1545466"/>
                <a:ext cx="2511728" cy="399245"/>
              </a:xfrm>
              <a:prstGeom prst="roundRect">
                <a:avLst>
                  <a:gd name="adj" fmla="val 4294"/>
                </a:avLst>
              </a:prstGeom>
              <a:solidFill>
                <a:schemeClr val="bg1"/>
              </a:solidFill>
              <a:ln>
                <a:solidFill>
                  <a:srgbClr val="8F2D7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3" name="Rounded Rectangle 12"/>
              <p:cNvSpPr/>
              <p:nvPr/>
            </p:nvSpPr>
            <p:spPr>
              <a:xfrm>
                <a:off x="1172702" y="2356809"/>
                <a:ext cx="2511728" cy="399245"/>
              </a:xfrm>
              <a:prstGeom prst="roundRect">
                <a:avLst>
                  <a:gd name="adj" fmla="val 4294"/>
                </a:avLst>
              </a:prstGeom>
              <a:solidFill>
                <a:schemeClr val="bg1"/>
              </a:solidFill>
              <a:ln>
                <a:solidFill>
                  <a:srgbClr val="8F2D7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4" name="Rounded Rectangle 13"/>
              <p:cNvSpPr/>
              <p:nvPr/>
            </p:nvSpPr>
            <p:spPr>
              <a:xfrm>
                <a:off x="3039414" y="2974968"/>
                <a:ext cx="645016" cy="29495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solidFill>
                  <a:srgbClr val="8F2D7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5" name="Rounded Rectangle 14"/>
              <p:cNvSpPr/>
              <p:nvPr/>
            </p:nvSpPr>
            <p:spPr>
              <a:xfrm>
                <a:off x="3389830" y="3030893"/>
                <a:ext cx="198058" cy="188775"/>
              </a:xfrm>
              <a:prstGeom prst="roundRect">
                <a:avLst>
                  <a:gd name="adj" fmla="val 50000"/>
                </a:avLst>
              </a:prstGeom>
              <a:solidFill>
                <a:srgbClr val="7B2769"/>
              </a:solidFill>
              <a:ln>
                <a:solidFill>
                  <a:srgbClr val="8F2D7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1096504" y="1144118"/>
                <a:ext cx="1903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/>
                  <a:t>Topic to Subscribe</a:t>
                </a:r>
                <a:endParaRPr lang="en-IN" b="1" dirty="0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1096503" y="1966094"/>
                <a:ext cx="5757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 err="1"/>
                  <a:t>QoS</a:t>
                </a:r>
                <a:endParaRPr lang="en-IN" b="1" dirty="0"/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1077427" y="2929818"/>
                <a:ext cx="20063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/>
                  <a:t>Store data in local?</a:t>
                </a:r>
                <a:endParaRPr lang="en-IN" b="1" dirty="0"/>
              </a:p>
            </p:txBody>
          </p:sp>
          <p:grpSp>
            <p:nvGrpSpPr>
              <p:cNvPr id="20" name="Group 19"/>
              <p:cNvGrpSpPr/>
              <p:nvPr/>
            </p:nvGrpSpPr>
            <p:grpSpPr>
              <a:xfrm>
                <a:off x="1638029" y="3618911"/>
                <a:ext cx="1581074" cy="386573"/>
                <a:chOff x="5203060" y="17034"/>
                <a:chExt cx="1928794" cy="386573"/>
              </a:xfrm>
              <a:solidFill>
                <a:srgbClr val="92D050"/>
              </a:solidFill>
            </p:grpSpPr>
            <p:sp>
              <p:nvSpPr>
                <p:cNvPr id="24" name="Rounded Rectangle 23"/>
                <p:cNvSpPr/>
                <p:nvPr/>
              </p:nvSpPr>
              <p:spPr>
                <a:xfrm>
                  <a:off x="5203060" y="34275"/>
                  <a:ext cx="1928794" cy="369332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accent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25" name="TextBox 24"/>
                <p:cNvSpPr txBox="1"/>
                <p:nvPr/>
              </p:nvSpPr>
              <p:spPr>
                <a:xfrm>
                  <a:off x="5492951" y="17034"/>
                  <a:ext cx="141910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b="1" dirty="0">
                      <a:solidFill>
                        <a:schemeClr val="bg1"/>
                      </a:solidFill>
                    </a:rPr>
                    <a:t>Subscribe</a:t>
                  </a:r>
                  <a:endParaRPr lang="en-IN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6" name="TextBox 25"/>
              <p:cNvSpPr txBox="1"/>
              <p:nvPr/>
            </p:nvSpPr>
            <p:spPr>
              <a:xfrm>
                <a:off x="1224359" y="1545466"/>
                <a:ext cx="11500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/sample/#</a:t>
                </a:r>
                <a:endParaRPr lang="en-IN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grpSp>
            <p:nvGrpSpPr>
              <p:cNvPr id="27" name="Group 26"/>
              <p:cNvGrpSpPr/>
              <p:nvPr/>
            </p:nvGrpSpPr>
            <p:grpSpPr>
              <a:xfrm>
                <a:off x="3453147" y="946571"/>
                <a:ext cx="312969" cy="270483"/>
                <a:chOff x="10225824" y="568403"/>
                <a:chExt cx="521255" cy="408623"/>
              </a:xfrm>
            </p:grpSpPr>
            <p:sp>
              <p:nvSpPr>
                <p:cNvPr id="28" name="TextBox 27"/>
                <p:cNvSpPr txBox="1"/>
                <p:nvPr/>
              </p:nvSpPr>
              <p:spPr>
                <a:xfrm>
                  <a:off x="10225824" y="568403"/>
                  <a:ext cx="521255" cy="408623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en-IN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29" name="Picture 28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10381210" y="667473"/>
                  <a:ext cx="210481" cy="210481"/>
                </a:xfrm>
                <a:prstGeom prst="rect">
                  <a:avLst/>
                </a:prstGeom>
              </p:spPr>
            </p:pic>
          </p:grpSp>
        </p:grp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6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17429" y="2446418"/>
              <a:ext cx="261153" cy="261153"/>
            </a:xfrm>
            <a:prstGeom prst="rect">
              <a:avLst/>
            </a:prstGeom>
          </p:spPr>
        </p:pic>
        <p:sp>
          <p:nvSpPr>
            <p:cNvPr id="50" name="TextBox 49"/>
            <p:cNvSpPr txBox="1"/>
            <p:nvPr/>
          </p:nvSpPr>
          <p:spPr>
            <a:xfrm>
              <a:off x="1224359" y="238037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</a:t>
              </a:r>
              <a:endParaRPr lang="en-IN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165129" y="862885"/>
            <a:ext cx="2818673" cy="5821250"/>
            <a:chOff x="4165129" y="862885"/>
            <a:chExt cx="2818673" cy="5821250"/>
          </a:xfrm>
        </p:grpSpPr>
        <p:grpSp>
          <p:nvGrpSpPr>
            <p:cNvPr id="40" name="Group 39"/>
            <p:cNvGrpSpPr/>
            <p:nvPr/>
          </p:nvGrpSpPr>
          <p:grpSpPr>
            <a:xfrm>
              <a:off x="4165129" y="862885"/>
              <a:ext cx="2818673" cy="5821250"/>
              <a:chOff x="1024154" y="862885"/>
              <a:chExt cx="2818673" cy="5821250"/>
            </a:xfrm>
          </p:grpSpPr>
          <p:grpSp>
            <p:nvGrpSpPr>
              <p:cNvPr id="41" name="Group 40"/>
              <p:cNvGrpSpPr/>
              <p:nvPr/>
            </p:nvGrpSpPr>
            <p:grpSpPr>
              <a:xfrm>
                <a:off x="1024154" y="862885"/>
                <a:ext cx="2818673" cy="5821250"/>
                <a:chOff x="1024154" y="862885"/>
                <a:chExt cx="2818673" cy="5821250"/>
              </a:xfrm>
            </p:grpSpPr>
            <p:sp>
              <p:nvSpPr>
                <p:cNvPr id="45" name="Rounded Rectangle 44"/>
                <p:cNvSpPr/>
                <p:nvPr/>
              </p:nvSpPr>
              <p:spPr>
                <a:xfrm>
                  <a:off x="1024154" y="862885"/>
                  <a:ext cx="2818673" cy="5821250"/>
                </a:xfrm>
                <a:prstGeom prst="roundRect">
                  <a:avLst>
                    <a:gd name="adj" fmla="val 4294"/>
                  </a:avLst>
                </a:prstGeom>
                <a:solidFill>
                  <a:schemeClr val="bg1"/>
                </a:solidFill>
                <a:ln>
                  <a:solidFill>
                    <a:srgbClr val="8F2D7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grpSp>
              <p:nvGrpSpPr>
                <p:cNvPr id="55" name="Group 54"/>
                <p:cNvGrpSpPr/>
                <p:nvPr/>
              </p:nvGrpSpPr>
              <p:grpSpPr>
                <a:xfrm>
                  <a:off x="1109725" y="1292192"/>
                  <a:ext cx="2656392" cy="2696051"/>
                  <a:chOff x="4558567" y="-2309685"/>
                  <a:chExt cx="3240603" cy="2696051"/>
                </a:xfrm>
                <a:solidFill>
                  <a:srgbClr val="92D050"/>
                </a:solidFill>
              </p:grpSpPr>
              <p:sp>
                <p:nvSpPr>
                  <p:cNvPr id="66" name="Rounded Rectangle 65"/>
                  <p:cNvSpPr/>
                  <p:nvPr/>
                </p:nvSpPr>
                <p:spPr>
                  <a:xfrm>
                    <a:off x="4558567" y="-2309685"/>
                    <a:ext cx="3240603" cy="369332"/>
                  </a:xfrm>
                  <a:prstGeom prst="round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>
                      <a:solidFill>
                        <a:schemeClr val="accent1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67" name="TextBox 66"/>
                  <p:cNvSpPr txBox="1"/>
                  <p:nvPr/>
                </p:nvSpPr>
                <p:spPr>
                  <a:xfrm>
                    <a:off x="5492951" y="17034"/>
                    <a:ext cx="141910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b="1" dirty="0">
                        <a:solidFill>
                          <a:schemeClr val="bg1"/>
                        </a:solidFill>
                      </a:rPr>
                      <a:t>Subscribe</a:t>
                    </a:r>
                    <a:endParaRPr lang="en-IN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grpSp>
              <p:nvGrpSpPr>
                <p:cNvPr id="60" name="Group 59"/>
                <p:cNvGrpSpPr/>
                <p:nvPr/>
              </p:nvGrpSpPr>
              <p:grpSpPr>
                <a:xfrm>
                  <a:off x="3453147" y="946571"/>
                  <a:ext cx="312969" cy="270483"/>
                  <a:chOff x="10225824" y="568403"/>
                  <a:chExt cx="521255" cy="408623"/>
                </a:xfrm>
              </p:grpSpPr>
              <p:sp>
                <p:nvSpPr>
                  <p:cNvPr id="64" name="TextBox 63"/>
                  <p:cNvSpPr txBox="1"/>
                  <p:nvPr/>
                </p:nvSpPr>
                <p:spPr>
                  <a:xfrm>
                    <a:off x="10225824" y="568403"/>
                    <a:ext cx="521255" cy="408623"/>
                  </a:xfrm>
                  <a:prstGeom prst="round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en-IN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65" name="Picture 64"/>
                  <p:cNvPicPr>
                    <a:picLocks noChangeAspect="1"/>
                  </p:cNvPicPr>
                  <p:nvPr/>
                </p:nvPicPr>
                <p:blipFill>
                  <a:blip r:embed="rId5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0381210" y="667473"/>
                    <a:ext cx="210481" cy="210481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44" name="Rounded Rectangle 43"/>
              <p:cNvSpPr/>
              <p:nvPr/>
            </p:nvSpPr>
            <p:spPr>
              <a:xfrm>
                <a:off x="1109724" y="1757234"/>
                <a:ext cx="2656392" cy="950337"/>
              </a:xfrm>
              <a:prstGeom prst="roundRect">
                <a:avLst>
                  <a:gd name="adj" fmla="val 4294"/>
                </a:avLst>
              </a:prstGeom>
              <a:solidFill>
                <a:schemeClr val="bg1"/>
              </a:solidFill>
              <a:ln>
                <a:solidFill>
                  <a:srgbClr val="8034E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>
              <a:off x="4246269" y="1281116"/>
              <a:ext cx="2656392" cy="4598709"/>
              <a:chOff x="4246269" y="1281116"/>
              <a:chExt cx="2656392" cy="4598709"/>
            </a:xfrm>
          </p:grpSpPr>
          <p:sp>
            <p:nvSpPr>
              <p:cNvPr id="68" name="TextBox 67"/>
              <p:cNvSpPr txBox="1"/>
              <p:nvPr/>
            </p:nvSpPr>
            <p:spPr>
              <a:xfrm>
                <a:off x="4541290" y="1281116"/>
                <a:ext cx="15375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</a:rPr>
                  <a:t>/sample/#</a:t>
                </a:r>
                <a:endParaRPr lang="en-IN" b="1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69" name="Picture 68"/>
              <p:cNvPicPr>
                <a:picLocks noChangeAspect="1"/>
              </p:cNvPicPr>
              <p:nvPr/>
            </p:nvPicPr>
            <p:blipFill>
              <a:blip r:embed="rId5" cstate="print">
                <a:biLevel thresh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4333165" y="1357730"/>
                <a:ext cx="195925" cy="216000"/>
              </a:xfrm>
              <a:prstGeom prst="rect">
                <a:avLst/>
              </a:prstGeom>
            </p:spPr>
          </p:pic>
          <p:sp>
            <p:nvSpPr>
              <p:cNvPr id="71" name="TextBox 70"/>
              <p:cNvSpPr txBox="1"/>
              <p:nvPr/>
            </p:nvSpPr>
            <p:spPr>
              <a:xfrm>
                <a:off x="4333165" y="1828679"/>
                <a:ext cx="15375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{“</a:t>
                </a:r>
                <a:r>
                  <a:rPr lang="en-GB" dirty="0" err="1"/>
                  <a:t>data”:”Hi</a:t>
                </a:r>
                <a:r>
                  <a:rPr lang="en-GB" dirty="0"/>
                  <a:t>”}</a:t>
                </a:r>
                <a:endParaRPr lang="en-IN" dirty="0"/>
              </a:p>
            </p:txBody>
          </p:sp>
          <p:sp>
            <p:nvSpPr>
              <p:cNvPr id="72" name="Rounded Rectangle 71"/>
              <p:cNvSpPr/>
              <p:nvPr/>
            </p:nvSpPr>
            <p:spPr>
              <a:xfrm>
                <a:off x="4246269" y="2814652"/>
                <a:ext cx="2656392" cy="950337"/>
              </a:xfrm>
              <a:prstGeom prst="roundRect">
                <a:avLst>
                  <a:gd name="adj" fmla="val 4294"/>
                </a:avLst>
              </a:prstGeom>
              <a:solidFill>
                <a:schemeClr val="bg1"/>
              </a:solidFill>
              <a:ln>
                <a:solidFill>
                  <a:srgbClr val="8034E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3" name="Rounded Rectangle 72"/>
              <p:cNvSpPr/>
              <p:nvPr/>
            </p:nvSpPr>
            <p:spPr>
              <a:xfrm>
                <a:off x="4246269" y="3872070"/>
                <a:ext cx="2656392" cy="950337"/>
              </a:xfrm>
              <a:prstGeom prst="roundRect">
                <a:avLst>
                  <a:gd name="adj" fmla="val 4294"/>
                </a:avLst>
              </a:prstGeom>
              <a:solidFill>
                <a:schemeClr val="bg1"/>
              </a:solidFill>
              <a:ln>
                <a:solidFill>
                  <a:srgbClr val="8034E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4" name="Rounded Rectangle 73"/>
              <p:cNvSpPr/>
              <p:nvPr/>
            </p:nvSpPr>
            <p:spPr>
              <a:xfrm>
                <a:off x="4246269" y="4929488"/>
                <a:ext cx="2656392" cy="950337"/>
              </a:xfrm>
              <a:prstGeom prst="roundRect">
                <a:avLst>
                  <a:gd name="adj" fmla="val 4294"/>
                </a:avLst>
              </a:prstGeom>
              <a:solidFill>
                <a:schemeClr val="bg1"/>
              </a:solidFill>
              <a:ln>
                <a:solidFill>
                  <a:srgbClr val="8034E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6" name="TextBox 75"/>
              <p:cNvSpPr txBox="1"/>
              <p:nvPr/>
            </p:nvSpPr>
            <p:spPr>
              <a:xfrm>
                <a:off x="4333165" y="2857681"/>
                <a:ext cx="15375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{“</a:t>
                </a:r>
                <a:r>
                  <a:rPr lang="en-GB" dirty="0" err="1"/>
                  <a:t>data”:”Hi</a:t>
                </a:r>
                <a:r>
                  <a:rPr lang="en-GB" dirty="0"/>
                  <a:t>”}</a:t>
                </a:r>
                <a:endParaRPr lang="en-IN" dirty="0"/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>
                <a:off x="4333165" y="3910658"/>
                <a:ext cx="15375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{“</a:t>
                </a:r>
                <a:r>
                  <a:rPr lang="en-GB" dirty="0" err="1"/>
                  <a:t>data”:”Hi</a:t>
                </a:r>
                <a:r>
                  <a:rPr lang="en-GB" dirty="0"/>
                  <a:t>”}</a:t>
                </a:r>
                <a:endParaRPr lang="en-IN" dirty="0"/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4325757" y="5035324"/>
                <a:ext cx="15375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{“</a:t>
                </a:r>
                <a:r>
                  <a:rPr lang="en-GB" dirty="0" err="1"/>
                  <a:t>data”:”Hi</a:t>
                </a:r>
                <a:r>
                  <a:rPr lang="en-GB" dirty="0"/>
                  <a:t>”}</a:t>
                </a:r>
                <a:endParaRPr lang="en-IN" dirty="0"/>
              </a:p>
            </p:txBody>
          </p:sp>
        </p:grpSp>
      </p:grpSp>
      <p:pic>
        <p:nvPicPr>
          <p:cNvPr id="70" name="Picture 6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03" y="44864"/>
            <a:ext cx="683003" cy="683003"/>
          </a:xfrm>
          <a:prstGeom prst="rect">
            <a:avLst/>
          </a:prstGeom>
        </p:spPr>
      </p:pic>
      <p:pic>
        <p:nvPicPr>
          <p:cNvPr id="75" name="Picture 7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22" y="6309573"/>
            <a:ext cx="446163" cy="446163"/>
          </a:xfrm>
          <a:prstGeom prst="rect">
            <a:avLst/>
          </a:prstGeom>
        </p:spPr>
      </p:pic>
      <p:grpSp>
        <p:nvGrpSpPr>
          <p:cNvPr id="79" name="Group 78"/>
          <p:cNvGrpSpPr/>
          <p:nvPr/>
        </p:nvGrpSpPr>
        <p:grpSpPr>
          <a:xfrm>
            <a:off x="110511" y="837871"/>
            <a:ext cx="564584" cy="553048"/>
            <a:chOff x="110511" y="837871"/>
            <a:chExt cx="564584" cy="553048"/>
          </a:xfrm>
        </p:grpSpPr>
        <p:sp>
          <p:nvSpPr>
            <p:cNvPr id="80" name="Rounded Rectangle 79"/>
            <p:cNvSpPr/>
            <p:nvPr/>
          </p:nvSpPr>
          <p:spPr>
            <a:xfrm>
              <a:off x="110511" y="837871"/>
              <a:ext cx="564584" cy="553048"/>
            </a:xfrm>
            <a:prstGeom prst="roundRect">
              <a:avLst/>
            </a:prstGeom>
            <a:solidFill>
              <a:srgbClr val="7B27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81" name="Picture 80"/>
            <p:cNvPicPr>
              <a:picLocks noChangeAspect="1"/>
            </p:cNvPicPr>
            <p:nvPr/>
          </p:nvPicPr>
          <p:blipFill>
            <a:blip r:embed="rId9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867" y="968459"/>
              <a:ext cx="291872" cy="291872"/>
            </a:xfrm>
            <a:prstGeom prst="rect">
              <a:avLst/>
            </a:prstGeom>
          </p:spPr>
        </p:pic>
      </p:grpSp>
      <p:pic>
        <p:nvPicPr>
          <p:cNvPr id="82" name="Picture 8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980" y="89946"/>
            <a:ext cx="338796" cy="338796"/>
          </a:xfrm>
          <a:prstGeom prst="rect">
            <a:avLst/>
          </a:prstGeom>
        </p:spPr>
      </p:pic>
      <p:grpSp>
        <p:nvGrpSpPr>
          <p:cNvPr id="83" name="Group 82"/>
          <p:cNvGrpSpPr/>
          <p:nvPr/>
        </p:nvGrpSpPr>
        <p:grpSpPr>
          <a:xfrm>
            <a:off x="110511" y="1521507"/>
            <a:ext cx="564584" cy="553048"/>
            <a:chOff x="110511" y="1521507"/>
            <a:chExt cx="564584" cy="553048"/>
          </a:xfrm>
        </p:grpSpPr>
        <p:sp>
          <p:nvSpPr>
            <p:cNvPr id="84" name="Rounded Rectangle 83"/>
            <p:cNvSpPr/>
            <p:nvPr/>
          </p:nvSpPr>
          <p:spPr>
            <a:xfrm>
              <a:off x="110511" y="1521507"/>
              <a:ext cx="564584" cy="553048"/>
            </a:xfrm>
            <a:prstGeom prst="roundRect">
              <a:avLst/>
            </a:prstGeom>
            <a:solidFill>
              <a:srgbClr val="631F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85" name="Picture 84"/>
            <p:cNvPicPr>
              <a:picLocks noChangeAspect="1"/>
            </p:cNvPicPr>
            <p:nvPr/>
          </p:nvPicPr>
          <p:blipFill>
            <a:blip r:embed="rId11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954" y="1643926"/>
              <a:ext cx="300785" cy="300785"/>
            </a:xfrm>
            <a:prstGeom prst="rect">
              <a:avLst/>
            </a:prstGeom>
          </p:spPr>
        </p:pic>
      </p:grpSp>
      <p:grpSp>
        <p:nvGrpSpPr>
          <p:cNvPr id="34" name="Group 33"/>
          <p:cNvGrpSpPr/>
          <p:nvPr/>
        </p:nvGrpSpPr>
        <p:grpSpPr>
          <a:xfrm>
            <a:off x="6202974" y="941643"/>
            <a:ext cx="260788" cy="239027"/>
            <a:chOff x="6202974" y="941643"/>
            <a:chExt cx="260788" cy="239027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02974" y="941643"/>
              <a:ext cx="239027" cy="239027"/>
            </a:xfrm>
            <a:prstGeom prst="rect">
              <a:avLst/>
            </a:prstGeom>
          </p:spPr>
        </p:pic>
        <p:sp>
          <p:nvSpPr>
            <p:cNvPr id="33" name="Oval 32"/>
            <p:cNvSpPr/>
            <p:nvPr/>
          </p:nvSpPr>
          <p:spPr>
            <a:xfrm>
              <a:off x="6296337" y="952924"/>
              <a:ext cx="167425" cy="13741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900" dirty="0"/>
                <a:t>4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856748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ounded Rectangle 4"/>
          <p:cNvSpPr/>
          <p:nvPr/>
        </p:nvSpPr>
        <p:spPr>
          <a:xfrm>
            <a:off x="0" y="0"/>
            <a:ext cx="785611" cy="6858000"/>
          </a:xfrm>
          <a:prstGeom prst="roundRect">
            <a:avLst>
              <a:gd name="adj" fmla="val 22"/>
            </a:avLst>
          </a:prstGeom>
          <a:solidFill>
            <a:srgbClr val="8F2E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1413148" y="92230"/>
            <a:ext cx="895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Client 1</a:t>
            </a:r>
            <a:endParaRPr lang="en-I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785610" y="553792"/>
            <a:ext cx="11406389" cy="12878"/>
          </a:xfrm>
          <a:prstGeom prst="line">
            <a:avLst/>
          </a:prstGeom>
          <a:ln>
            <a:solidFill>
              <a:srgbClr val="C850AE"/>
            </a:solidFill>
          </a:ln>
          <a:effectLst>
            <a:outerShdw blurRad="266700" dist="63500" dir="5400000" sx="99000" sy="99000" algn="t" rotWithShape="0">
              <a:prstClr val="black">
                <a:alpha val="49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1019230" y="862885"/>
            <a:ext cx="2818673" cy="5821250"/>
            <a:chOff x="1019230" y="862885"/>
            <a:chExt cx="2818673" cy="5821250"/>
          </a:xfrm>
        </p:grpSpPr>
        <p:sp>
          <p:nvSpPr>
            <p:cNvPr id="16" name="Rounded Rectangle 15"/>
            <p:cNvSpPr/>
            <p:nvPr/>
          </p:nvSpPr>
          <p:spPr>
            <a:xfrm>
              <a:off x="1019230" y="862885"/>
              <a:ext cx="2818673" cy="5821250"/>
            </a:xfrm>
            <a:prstGeom prst="roundRect">
              <a:avLst>
                <a:gd name="adj" fmla="val 4294"/>
              </a:avLst>
            </a:prstGeom>
            <a:solidFill>
              <a:schemeClr val="bg1"/>
            </a:solidFill>
            <a:ln>
              <a:solidFill>
                <a:srgbClr val="8F2D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172702" y="1545466"/>
              <a:ext cx="2511728" cy="399245"/>
            </a:xfrm>
            <a:prstGeom prst="roundRect">
              <a:avLst>
                <a:gd name="adj" fmla="val 4294"/>
              </a:avLst>
            </a:prstGeom>
            <a:solidFill>
              <a:schemeClr val="bg1"/>
            </a:solidFill>
            <a:ln>
              <a:solidFill>
                <a:srgbClr val="8F2D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172702" y="2356809"/>
              <a:ext cx="2511728" cy="399245"/>
            </a:xfrm>
            <a:prstGeom prst="roundRect">
              <a:avLst>
                <a:gd name="adj" fmla="val 4294"/>
              </a:avLst>
            </a:prstGeom>
            <a:solidFill>
              <a:schemeClr val="bg1"/>
            </a:solidFill>
            <a:ln>
              <a:solidFill>
                <a:srgbClr val="8F2D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039414" y="2974968"/>
              <a:ext cx="645016" cy="29495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8F2D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119371" y="3030893"/>
              <a:ext cx="198058" cy="188775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8F2D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96504" y="1144118"/>
              <a:ext cx="19037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Topic to Subscribe</a:t>
              </a:r>
              <a:endParaRPr lang="en-IN" b="1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96503" y="1966094"/>
              <a:ext cx="5757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 err="1"/>
                <a:t>QoS</a:t>
              </a:r>
              <a:endParaRPr lang="en-IN" b="1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077427" y="2929818"/>
              <a:ext cx="20063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Store data in local?</a:t>
              </a:r>
              <a:endParaRPr lang="en-IN" b="1" dirty="0"/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1638029" y="3618911"/>
              <a:ext cx="1581074" cy="386573"/>
              <a:chOff x="5203060" y="17034"/>
              <a:chExt cx="1928794" cy="386573"/>
            </a:xfrm>
            <a:solidFill>
              <a:srgbClr val="92D050"/>
            </a:solidFill>
          </p:grpSpPr>
          <p:sp>
            <p:nvSpPr>
              <p:cNvPr id="24" name="Rounded Rectangle 23"/>
              <p:cNvSpPr/>
              <p:nvPr/>
            </p:nvSpPr>
            <p:spPr>
              <a:xfrm>
                <a:off x="5203060" y="34275"/>
                <a:ext cx="1928794" cy="369332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492951" y="17034"/>
                <a:ext cx="14191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</a:rPr>
                  <a:t>Subscribe</a:t>
                </a:r>
                <a:endParaRPr lang="en-IN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6" name="TextBox 25"/>
            <p:cNvSpPr txBox="1"/>
            <p:nvPr/>
          </p:nvSpPr>
          <p:spPr>
            <a:xfrm>
              <a:off x="1224359" y="1545466"/>
              <a:ext cx="18631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Topic to subscribe</a:t>
              </a:r>
              <a:endParaRPr lang="en-IN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3453147" y="946571"/>
              <a:ext cx="312969" cy="270483"/>
              <a:chOff x="10225824" y="568403"/>
              <a:chExt cx="521255" cy="408623"/>
            </a:xfrm>
          </p:grpSpPr>
          <p:sp>
            <p:nvSpPr>
              <p:cNvPr id="28" name="TextBox 27"/>
              <p:cNvSpPr txBox="1"/>
              <p:nvPr/>
            </p:nvSpPr>
            <p:spPr>
              <a:xfrm>
                <a:off x="10225824" y="568403"/>
                <a:ext cx="521255" cy="408623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IN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29" name="Picture 28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10381210" y="667473"/>
                <a:ext cx="210481" cy="210481"/>
              </a:xfrm>
              <a:prstGeom prst="rect">
                <a:avLst/>
              </a:prstGeom>
            </p:spPr>
          </p:pic>
        </p:grpSp>
      </p:grpSp>
      <p:grpSp>
        <p:nvGrpSpPr>
          <p:cNvPr id="30" name="Group 29"/>
          <p:cNvGrpSpPr/>
          <p:nvPr/>
        </p:nvGrpSpPr>
        <p:grpSpPr>
          <a:xfrm>
            <a:off x="4024875" y="849953"/>
            <a:ext cx="2818673" cy="5821250"/>
            <a:chOff x="1019230" y="862885"/>
            <a:chExt cx="2818673" cy="5821250"/>
          </a:xfrm>
        </p:grpSpPr>
        <p:sp>
          <p:nvSpPr>
            <p:cNvPr id="31" name="Rounded Rectangle 30"/>
            <p:cNvSpPr/>
            <p:nvPr/>
          </p:nvSpPr>
          <p:spPr>
            <a:xfrm>
              <a:off x="1019230" y="862885"/>
              <a:ext cx="2818673" cy="5821250"/>
            </a:xfrm>
            <a:prstGeom prst="roundRect">
              <a:avLst>
                <a:gd name="adj" fmla="val 4294"/>
              </a:avLst>
            </a:prstGeom>
            <a:solidFill>
              <a:schemeClr val="bg1"/>
            </a:solidFill>
            <a:ln>
              <a:solidFill>
                <a:srgbClr val="8F2D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172702" y="1545466"/>
              <a:ext cx="2511728" cy="399245"/>
            </a:xfrm>
            <a:prstGeom prst="roundRect">
              <a:avLst>
                <a:gd name="adj" fmla="val 4294"/>
              </a:avLst>
            </a:prstGeom>
            <a:solidFill>
              <a:schemeClr val="bg1"/>
            </a:solidFill>
            <a:ln>
              <a:solidFill>
                <a:srgbClr val="8F2D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1172702" y="2356809"/>
              <a:ext cx="2511728" cy="399245"/>
            </a:xfrm>
            <a:prstGeom prst="roundRect">
              <a:avLst>
                <a:gd name="adj" fmla="val 4294"/>
              </a:avLst>
            </a:prstGeom>
            <a:solidFill>
              <a:schemeClr val="bg1"/>
            </a:solidFill>
            <a:ln>
              <a:solidFill>
                <a:srgbClr val="8F2D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096504" y="1144118"/>
              <a:ext cx="1682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Topic to Publish</a:t>
              </a:r>
              <a:endParaRPr lang="en-IN" b="1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96503" y="1966094"/>
              <a:ext cx="5757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 err="1"/>
                <a:t>QoS</a:t>
              </a:r>
              <a:endParaRPr lang="en-IN" b="1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77427" y="2929818"/>
              <a:ext cx="20063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Store data in local?</a:t>
              </a:r>
              <a:endParaRPr lang="en-IN" b="1" dirty="0"/>
            </a:p>
          </p:txBody>
        </p:sp>
        <p:grpSp>
          <p:nvGrpSpPr>
            <p:cNvPr id="39" name="Group 38"/>
            <p:cNvGrpSpPr/>
            <p:nvPr/>
          </p:nvGrpSpPr>
          <p:grpSpPr>
            <a:xfrm>
              <a:off x="1638029" y="6130292"/>
              <a:ext cx="1581074" cy="386575"/>
              <a:chOff x="5203060" y="2528415"/>
              <a:chExt cx="1928794" cy="386575"/>
            </a:xfrm>
            <a:solidFill>
              <a:srgbClr val="92D050"/>
            </a:solidFill>
          </p:grpSpPr>
          <p:sp>
            <p:nvSpPr>
              <p:cNvPr id="44" name="Rounded Rectangle 43"/>
              <p:cNvSpPr/>
              <p:nvPr/>
            </p:nvSpPr>
            <p:spPr>
              <a:xfrm>
                <a:off x="5203060" y="2545658"/>
                <a:ext cx="1928794" cy="369332"/>
              </a:xfrm>
              <a:prstGeom prst="roundRect">
                <a:avLst/>
              </a:prstGeom>
              <a:solidFill>
                <a:srgbClr val="8034E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5650067" y="2528415"/>
                <a:ext cx="11015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</a:rPr>
                  <a:t>Publish</a:t>
                </a:r>
                <a:endParaRPr lang="en-IN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0" name="TextBox 39"/>
            <p:cNvSpPr txBox="1"/>
            <p:nvPr/>
          </p:nvSpPr>
          <p:spPr>
            <a:xfrm>
              <a:off x="1224359" y="1545466"/>
              <a:ext cx="11500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/sample/#</a:t>
              </a:r>
              <a:endParaRPr lang="en-IN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41" name="Group 40"/>
            <p:cNvGrpSpPr/>
            <p:nvPr/>
          </p:nvGrpSpPr>
          <p:grpSpPr>
            <a:xfrm>
              <a:off x="3453147" y="946571"/>
              <a:ext cx="312969" cy="270483"/>
              <a:chOff x="10225824" y="568403"/>
              <a:chExt cx="521255" cy="408623"/>
            </a:xfrm>
          </p:grpSpPr>
          <p:sp>
            <p:nvSpPr>
              <p:cNvPr id="42" name="TextBox 41"/>
              <p:cNvSpPr txBox="1"/>
              <p:nvPr/>
            </p:nvSpPr>
            <p:spPr>
              <a:xfrm>
                <a:off x="10225824" y="568403"/>
                <a:ext cx="521255" cy="408623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IN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43" name="Picture 42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10381210" y="667473"/>
                <a:ext cx="210481" cy="210481"/>
              </a:xfrm>
              <a:prstGeom prst="rect">
                <a:avLst/>
              </a:prstGeom>
            </p:spPr>
          </p:pic>
        </p:grpSp>
      </p:grpSp>
      <p:sp>
        <p:nvSpPr>
          <p:cNvPr id="46" name="TextBox 45"/>
          <p:cNvSpPr txBox="1"/>
          <p:nvPr/>
        </p:nvSpPr>
        <p:spPr>
          <a:xfrm>
            <a:off x="4102148" y="3391246"/>
            <a:ext cx="939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Payload</a:t>
            </a:r>
            <a:endParaRPr lang="en-IN" b="1" dirty="0"/>
          </a:p>
        </p:txBody>
      </p:sp>
      <p:sp>
        <p:nvSpPr>
          <p:cNvPr id="47" name="Rounded Rectangle 46"/>
          <p:cNvSpPr/>
          <p:nvPr/>
        </p:nvSpPr>
        <p:spPr>
          <a:xfrm>
            <a:off x="4178347" y="3773273"/>
            <a:ext cx="2500117" cy="2260322"/>
          </a:xfrm>
          <a:prstGeom prst="roundRect">
            <a:avLst>
              <a:gd name="adj" fmla="val 4294"/>
            </a:avLst>
          </a:prstGeom>
          <a:solidFill>
            <a:schemeClr val="bg1"/>
          </a:solidFill>
          <a:ln>
            <a:solidFill>
              <a:srgbClr val="8F2D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8" name="Rounded Rectangle 47"/>
          <p:cNvSpPr/>
          <p:nvPr/>
        </p:nvSpPr>
        <p:spPr>
          <a:xfrm>
            <a:off x="6038050" y="2959941"/>
            <a:ext cx="645016" cy="2949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8F2D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9" name="Rounded Rectangle 48"/>
          <p:cNvSpPr/>
          <p:nvPr/>
        </p:nvSpPr>
        <p:spPr>
          <a:xfrm>
            <a:off x="6118007" y="3015866"/>
            <a:ext cx="198058" cy="188775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8F2D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429" y="2446418"/>
            <a:ext cx="261153" cy="261153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224359" y="2380378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Select</a:t>
            </a:r>
            <a:endParaRPr lang="en-I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304" y="2431391"/>
            <a:ext cx="261153" cy="261153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197234" y="23653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endParaRPr lang="en-I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0431885" y="81429"/>
            <a:ext cx="1887602" cy="386573"/>
            <a:chOff x="10431885" y="81429"/>
            <a:chExt cx="1887602" cy="386573"/>
          </a:xfrm>
        </p:grpSpPr>
        <p:grpSp>
          <p:nvGrpSpPr>
            <p:cNvPr id="3" name="Group 2"/>
            <p:cNvGrpSpPr/>
            <p:nvPr/>
          </p:nvGrpSpPr>
          <p:grpSpPr>
            <a:xfrm>
              <a:off x="10431885" y="81429"/>
              <a:ext cx="1887602" cy="386573"/>
              <a:chOff x="5437694" y="17034"/>
              <a:chExt cx="1910535" cy="386573"/>
            </a:xfrm>
            <a:solidFill>
              <a:srgbClr val="92D050"/>
            </a:solidFill>
          </p:grpSpPr>
          <p:sp>
            <p:nvSpPr>
              <p:cNvPr id="22" name="Rounded Rectangle 21"/>
              <p:cNvSpPr/>
              <p:nvPr/>
            </p:nvSpPr>
            <p:spPr>
              <a:xfrm>
                <a:off x="5437694" y="34275"/>
                <a:ext cx="1694158" cy="369332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5819306" y="17034"/>
                <a:ext cx="15289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</a:rPr>
                  <a:t>Connected</a:t>
                </a:r>
                <a:endParaRPr lang="en-IN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92242" y="167288"/>
              <a:ext cx="232096" cy="232096"/>
            </a:xfrm>
            <a:prstGeom prst="rect">
              <a:avLst/>
            </a:prstGeom>
          </p:spPr>
        </p:pic>
      </p:grpSp>
      <p:grpSp>
        <p:nvGrpSpPr>
          <p:cNvPr id="54" name="Group 53"/>
          <p:cNvGrpSpPr/>
          <p:nvPr/>
        </p:nvGrpSpPr>
        <p:grpSpPr>
          <a:xfrm>
            <a:off x="8633620" y="89946"/>
            <a:ext cx="1887602" cy="386573"/>
            <a:chOff x="5437694" y="17034"/>
            <a:chExt cx="1910535" cy="386573"/>
          </a:xfrm>
          <a:solidFill>
            <a:srgbClr val="92D050"/>
          </a:solidFill>
        </p:grpSpPr>
        <p:sp>
          <p:nvSpPr>
            <p:cNvPr id="56" name="Rounded Rectangle 55"/>
            <p:cNvSpPr/>
            <p:nvPr/>
          </p:nvSpPr>
          <p:spPr>
            <a:xfrm>
              <a:off x="5437694" y="34275"/>
              <a:ext cx="1694158" cy="369332"/>
            </a:xfrm>
            <a:prstGeom prst="roundRect">
              <a:avLst/>
            </a:prstGeom>
            <a:solidFill>
              <a:srgbClr val="8034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819306" y="17034"/>
              <a:ext cx="15289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Publisher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6826197" y="89946"/>
            <a:ext cx="1887602" cy="386573"/>
            <a:chOff x="5437694" y="17034"/>
            <a:chExt cx="1910535" cy="386573"/>
          </a:xfrm>
          <a:solidFill>
            <a:srgbClr val="92D050"/>
          </a:solidFill>
        </p:grpSpPr>
        <p:sp>
          <p:nvSpPr>
            <p:cNvPr id="61" name="Rounded Rectangle 60"/>
            <p:cNvSpPr/>
            <p:nvPr/>
          </p:nvSpPr>
          <p:spPr>
            <a:xfrm>
              <a:off x="5437694" y="34275"/>
              <a:ext cx="1694158" cy="369332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819306" y="17034"/>
              <a:ext cx="15289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Subscriber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412" y="164923"/>
            <a:ext cx="266451" cy="266451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527" y="192654"/>
            <a:ext cx="219470" cy="21947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4294528" y="3900872"/>
            <a:ext cx="1537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{“</a:t>
            </a:r>
            <a:r>
              <a:rPr lang="en-GB" dirty="0" err="1"/>
              <a:t>data”:”Hi</a:t>
            </a:r>
            <a:r>
              <a:rPr lang="en-GB" dirty="0"/>
              <a:t>”}</a:t>
            </a:r>
            <a:endParaRPr lang="en-IN" dirty="0"/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03" y="44864"/>
            <a:ext cx="683003" cy="683003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22" y="6309573"/>
            <a:ext cx="446163" cy="446163"/>
          </a:xfrm>
          <a:prstGeom prst="rect">
            <a:avLst/>
          </a:prstGeom>
        </p:spPr>
      </p:pic>
      <p:grpSp>
        <p:nvGrpSpPr>
          <p:cNvPr id="65" name="Group 64"/>
          <p:cNvGrpSpPr/>
          <p:nvPr/>
        </p:nvGrpSpPr>
        <p:grpSpPr>
          <a:xfrm>
            <a:off x="110511" y="837871"/>
            <a:ext cx="564584" cy="553048"/>
            <a:chOff x="110511" y="837871"/>
            <a:chExt cx="564584" cy="553048"/>
          </a:xfrm>
        </p:grpSpPr>
        <p:sp>
          <p:nvSpPr>
            <p:cNvPr id="66" name="Rounded Rectangle 65"/>
            <p:cNvSpPr/>
            <p:nvPr/>
          </p:nvSpPr>
          <p:spPr>
            <a:xfrm>
              <a:off x="110511" y="837871"/>
              <a:ext cx="564584" cy="553048"/>
            </a:xfrm>
            <a:prstGeom prst="roundRect">
              <a:avLst/>
            </a:prstGeom>
            <a:solidFill>
              <a:srgbClr val="7B27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67" name="Picture 66"/>
            <p:cNvPicPr>
              <a:picLocks noChangeAspect="1"/>
            </p:cNvPicPr>
            <p:nvPr/>
          </p:nvPicPr>
          <p:blipFill>
            <a:blip r:embed="rId9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867" y="968459"/>
              <a:ext cx="291872" cy="291872"/>
            </a:xfrm>
            <a:prstGeom prst="rect">
              <a:avLst/>
            </a:prstGeom>
          </p:spPr>
        </p:pic>
      </p:grpSp>
      <p:pic>
        <p:nvPicPr>
          <p:cNvPr id="68" name="Picture 67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980" y="89946"/>
            <a:ext cx="338796" cy="338796"/>
          </a:xfrm>
          <a:prstGeom prst="rect">
            <a:avLst/>
          </a:prstGeom>
        </p:spPr>
      </p:pic>
      <p:grpSp>
        <p:nvGrpSpPr>
          <p:cNvPr id="69" name="Group 68"/>
          <p:cNvGrpSpPr/>
          <p:nvPr/>
        </p:nvGrpSpPr>
        <p:grpSpPr>
          <a:xfrm>
            <a:off x="110511" y="1521507"/>
            <a:ext cx="564584" cy="553048"/>
            <a:chOff x="110511" y="1521507"/>
            <a:chExt cx="564584" cy="553048"/>
          </a:xfrm>
        </p:grpSpPr>
        <p:sp>
          <p:nvSpPr>
            <p:cNvPr id="70" name="Rounded Rectangle 69"/>
            <p:cNvSpPr/>
            <p:nvPr/>
          </p:nvSpPr>
          <p:spPr>
            <a:xfrm>
              <a:off x="110511" y="1521507"/>
              <a:ext cx="564584" cy="553048"/>
            </a:xfrm>
            <a:prstGeom prst="roundRect">
              <a:avLst/>
            </a:prstGeom>
            <a:solidFill>
              <a:srgbClr val="631F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71" name="Picture 70"/>
            <p:cNvPicPr>
              <a:picLocks noChangeAspect="1"/>
            </p:cNvPicPr>
            <p:nvPr/>
          </p:nvPicPr>
          <p:blipFill>
            <a:blip r:embed="rId11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954" y="1643926"/>
              <a:ext cx="300785" cy="300785"/>
            </a:xfrm>
            <a:prstGeom prst="rect">
              <a:avLst/>
            </a:prstGeom>
          </p:spPr>
        </p:pic>
      </p:grpSp>
      <p:grpSp>
        <p:nvGrpSpPr>
          <p:cNvPr id="72" name="Group 71"/>
          <p:cNvGrpSpPr/>
          <p:nvPr/>
        </p:nvGrpSpPr>
        <p:grpSpPr>
          <a:xfrm>
            <a:off x="6125700" y="941643"/>
            <a:ext cx="260788" cy="239027"/>
            <a:chOff x="6202974" y="941643"/>
            <a:chExt cx="260788" cy="239027"/>
          </a:xfrm>
        </p:grpSpPr>
        <p:pic>
          <p:nvPicPr>
            <p:cNvPr id="73" name="Picture 72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02974" y="941643"/>
              <a:ext cx="239027" cy="239027"/>
            </a:xfrm>
            <a:prstGeom prst="rect">
              <a:avLst/>
            </a:prstGeom>
          </p:spPr>
        </p:pic>
        <p:sp>
          <p:nvSpPr>
            <p:cNvPr id="74" name="Oval 73"/>
            <p:cNvSpPr/>
            <p:nvPr/>
          </p:nvSpPr>
          <p:spPr>
            <a:xfrm>
              <a:off x="6296337" y="952924"/>
              <a:ext cx="167425" cy="13741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900" dirty="0"/>
                <a:t>4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849600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ounded Rectangle 4"/>
          <p:cNvSpPr/>
          <p:nvPr/>
        </p:nvSpPr>
        <p:spPr>
          <a:xfrm>
            <a:off x="0" y="0"/>
            <a:ext cx="785611" cy="6858000"/>
          </a:xfrm>
          <a:prstGeom prst="roundRect">
            <a:avLst>
              <a:gd name="adj" fmla="val 22"/>
            </a:avLst>
          </a:prstGeom>
          <a:solidFill>
            <a:srgbClr val="8F2E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1413148" y="92230"/>
            <a:ext cx="895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Client 1</a:t>
            </a:r>
            <a:endParaRPr lang="en-I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785610" y="553792"/>
            <a:ext cx="11406389" cy="12878"/>
          </a:xfrm>
          <a:prstGeom prst="line">
            <a:avLst/>
          </a:prstGeom>
          <a:ln>
            <a:solidFill>
              <a:srgbClr val="C850AE"/>
            </a:solidFill>
          </a:ln>
          <a:effectLst>
            <a:outerShdw blurRad="266700" dist="63500" dir="5400000" sx="99000" sy="99000" algn="t" rotWithShape="0">
              <a:prstClr val="black">
                <a:alpha val="49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>
            <a:off x="4024875" y="849953"/>
            <a:ext cx="2818673" cy="5821250"/>
            <a:chOff x="1019230" y="862885"/>
            <a:chExt cx="2818673" cy="5821250"/>
          </a:xfrm>
        </p:grpSpPr>
        <p:sp>
          <p:nvSpPr>
            <p:cNvPr id="31" name="Rounded Rectangle 30"/>
            <p:cNvSpPr/>
            <p:nvPr/>
          </p:nvSpPr>
          <p:spPr>
            <a:xfrm>
              <a:off x="1019230" y="862885"/>
              <a:ext cx="2818673" cy="5821250"/>
            </a:xfrm>
            <a:prstGeom prst="roundRect">
              <a:avLst>
                <a:gd name="adj" fmla="val 4294"/>
              </a:avLst>
            </a:prstGeom>
            <a:solidFill>
              <a:schemeClr val="bg1"/>
            </a:solidFill>
            <a:ln>
              <a:solidFill>
                <a:srgbClr val="8F2D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172702" y="1545466"/>
              <a:ext cx="2511728" cy="399245"/>
            </a:xfrm>
            <a:prstGeom prst="roundRect">
              <a:avLst>
                <a:gd name="adj" fmla="val 4294"/>
              </a:avLst>
            </a:prstGeom>
            <a:solidFill>
              <a:schemeClr val="bg1"/>
            </a:solidFill>
            <a:ln>
              <a:solidFill>
                <a:srgbClr val="8F2D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1172702" y="2356809"/>
              <a:ext cx="2511728" cy="399245"/>
            </a:xfrm>
            <a:prstGeom prst="roundRect">
              <a:avLst>
                <a:gd name="adj" fmla="val 4294"/>
              </a:avLst>
            </a:prstGeom>
            <a:solidFill>
              <a:schemeClr val="bg1"/>
            </a:solidFill>
            <a:ln>
              <a:solidFill>
                <a:srgbClr val="8F2D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096504" y="1144118"/>
              <a:ext cx="1682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Topic to Publish</a:t>
              </a:r>
              <a:endParaRPr lang="en-IN" b="1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96503" y="1966094"/>
              <a:ext cx="5757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 err="1"/>
                <a:t>QoS</a:t>
              </a:r>
              <a:endParaRPr lang="en-IN" b="1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77427" y="2929818"/>
              <a:ext cx="20063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Store data in local?</a:t>
              </a:r>
              <a:endParaRPr lang="en-IN" b="1" dirty="0"/>
            </a:p>
          </p:txBody>
        </p:sp>
        <p:grpSp>
          <p:nvGrpSpPr>
            <p:cNvPr id="39" name="Group 38"/>
            <p:cNvGrpSpPr/>
            <p:nvPr/>
          </p:nvGrpSpPr>
          <p:grpSpPr>
            <a:xfrm>
              <a:off x="1638029" y="6130292"/>
              <a:ext cx="1581074" cy="386575"/>
              <a:chOff x="5203060" y="2528415"/>
              <a:chExt cx="1928794" cy="386575"/>
            </a:xfrm>
            <a:solidFill>
              <a:srgbClr val="92D050"/>
            </a:solidFill>
          </p:grpSpPr>
          <p:sp>
            <p:nvSpPr>
              <p:cNvPr id="44" name="Rounded Rectangle 43"/>
              <p:cNvSpPr/>
              <p:nvPr/>
            </p:nvSpPr>
            <p:spPr>
              <a:xfrm>
                <a:off x="5203060" y="2545658"/>
                <a:ext cx="1928794" cy="369332"/>
              </a:xfrm>
              <a:prstGeom prst="roundRect">
                <a:avLst/>
              </a:prstGeom>
              <a:solidFill>
                <a:srgbClr val="8034E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5650067" y="2528415"/>
                <a:ext cx="11015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</a:rPr>
                  <a:t>Publish</a:t>
                </a:r>
                <a:endParaRPr lang="en-IN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0" name="TextBox 39"/>
            <p:cNvSpPr txBox="1"/>
            <p:nvPr/>
          </p:nvSpPr>
          <p:spPr>
            <a:xfrm>
              <a:off x="1224359" y="1545466"/>
              <a:ext cx="11500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/sample/#</a:t>
              </a:r>
              <a:endParaRPr lang="en-IN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41" name="Group 40"/>
            <p:cNvGrpSpPr/>
            <p:nvPr/>
          </p:nvGrpSpPr>
          <p:grpSpPr>
            <a:xfrm>
              <a:off x="3453147" y="946571"/>
              <a:ext cx="312969" cy="270483"/>
              <a:chOff x="10225824" y="568403"/>
              <a:chExt cx="521255" cy="408623"/>
            </a:xfrm>
          </p:grpSpPr>
          <p:sp>
            <p:nvSpPr>
              <p:cNvPr id="42" name="TextBox 41"/>
              <p:cNvSpPr txBox="1"/>
              <p:nvPr/>
            </p:nvSpPr>
            <p:spPr>
              <a:xfrm>
                <a:off x="10225824" y="568403"/>
                <a:ext cx="521255" cy="408623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IN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43" name="Picture 42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10381210" y="667473"/>
                <a:ext cx="210481" cy="210481"/>
              </a:xfrm>
              <a:prstGeom prst="rect">
                <a:avLst/>
              </a:prstGeom>
            </p:spPr>
          </p:pic>
        </p:grpSp>
      </p:grpSp>
      <p:sp>
        <p:nvSpPr>
          <p:cNvPr id="46" name="TextBox 45"/>
          <p:cNvSpPr txBox="1"/>
          <p:nvPr/>
        </p:nvSpPr>
        <p:spPr>
          <a:xfrm>
            <a:off x="4102148" y="3391246"/>
            <a:ext cx="939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Payload</a:t>
            </a:r>
            <a:endParaRPr lang="en-IN" b="1" dirty="0"/>
          </a:p>
        </p:txBody>
      </p:sp>
      <p:sp>
        <p:nvSpPr>
          <p:cNvPr id="47" name="Rounded Rectangle 46"/>
          <p:cNvSpPr/>
          <p:nvPr/>
        </p:nvSpPr>
        <p:spPr>
          <a:xfrm>
            <a:off x="4178347" y="3773273"/>
            <a:ext cx="2500117" cy="2260322"/>
          </a:xfrm>
          <a:prstGeom prst="roundRect">
            <a:avLst>
              <a:gd name="adj" fmla="val 4294"/>
            </a:avLst>
          </a:prstGeom>
          <a:solidFill>
            <a:schemeClr val="bg1"/>
          </a:solidFill>
          <a:ln>
            <a:solidFill>
              <a:srgbClr val="8F2D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8" name="Rounded Rectangle 47"/>
          <p:cNvSpPr/>
          <p:nvPr/>
        </p:nvSpPr>
        <p:spPr>
          <a:xfrm>
            <a:off x="6038050" y="2959941"/>
            <a:ext cx="645016" cy="2949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8F2D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9" name="Rounded Rectangle 48"/>
          <p:cNvSpPr/>
          <p:nvPr/>
        </p:nvSpPr>
        <p:spPr>
          <a:xfrm>
            <a:off x="6118007" y="3015866"/>
            <a:ext cx="198058" cy="188775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8F2D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304" y="2431391"/>
            <a:ext cx="261153" cy="261153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197234" y="23653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endParaRPr lang="en-I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0431885" y="81429"/>
            <a:ext cx="1887602" cy="386573"/>
            <a:chOff x="10431885" y="81429"/>
            <a:chExt cx="1887602" cy="386573"/>
          </a:xfrm>
        </p:grpSpPr>
        <p:grpSp>
          <p:nvGrpSpPr>
            <p:cNvPr id="3" name="Group 2"/>
            <p:cNvGrpSpPr/>
            <p:nvPr/>
          </p:nvGrpSpPr>
          <p:grpSpPr>
            <a:xfrm>
              <a:off x="10431885" y="81429"/>
              <a:ext cx="1887602" cy="386573"/>
              <a:chOff x="5437694" y="17034"/>
              <a:chExt cx="1910535" cy="386573"/>
            </a:xfrm>
            <a:solidFill>
              <a:srgbClr val="92D050"/>
            </a:solidFill>
          </p:grpSpPr>
          <p:sp>
            <p:nvSpPr>
              <p:cNvPr id="22" name="Rounded Rectangle 21"/>
              <p:cNvSpPr/>
              <p:nvPr/>
            </p:nvSpPr>
            <p:spPr>
              <a:xfrm>
                <a:off x="5437694" y="34275"/>
                <a:ext cx="1694158" cy="369332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5819306" y="17034"/>
                <a:ext cx="15289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</a:rPr>
                  <a:t>Connected</a:t>
                </a:r>
                <a:endParaRPr lang="en-IN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92242" y="167288"/>
              <a:ext cx="232096" cy="232096"/>
            </a:xfrm>
            <a:prstGeom prst="rect">
              <a:avLst/>
            </a:prstGeom>
          </p:spPr>
        </p:pic>
      </p:grpSp>
      <p:grpSp>
        <p:nvGrpSpPr>
          <p:cNvPr id="54" name="Group 53"/>
          <p:cNvGrpSpPr/>
          <p:nvPr/>
        </p:nvGrpSpPr>
        <p:grpSpPr>
          <a:xfrm>
            <a:off x="8633620" y="89946"/>
            <a:ext cx="1887602" cy="386573"/>
            <a:chOff x="5437694" y="17034"/>
            <a:chExt cx="1910535" cy="386573"/>
          </a:xfrm>
          <a:solidFill>
            <a:srgbClr val="92D050"/>
          </a:solidFill>
        </p:grpSpPr>
        <p:sp>
          <p:nvSpPr>
            <p:cNvPr id="56" name="Rounded Rectangle 55"/>
            <p:cNvSpPr/>
            <p:nvPr/>
          </p:nvSpPr>
          <p:spPr>
            <a:xfrm>
              <a:off x="5437694" y="34275"/>
              <a:ext cx="1694158" cy="369332"/>
            </a:xfrm>
            <a:prstGeom prst="roundRect">
              <a:avLst/>
            </a:prstGeom>
            <a:solidFill>
              <a:srgbClr val="8034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819306" y="17034"/>
              <a:ext cx="15289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Publisher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6826197" y="89946"/>
            <a:ext cx="1887602" cy="386573"/>
            <a:chOff x="5437694" y="17034"/>
            <a:chExt cx="1910535" cy="386573"/>
          </a:xfrm>
          <a:solidFill>
            <a:srgbClr val="92D050"/>
          </a:solidFill>
        </p:grpSpPr>
        <p:sp>
          <p:nvSpPr>
            <p:cNvPr id="61" name="Rounded Rectangle 60"/>
            <p:cNvSpPr/>
            <p:nvPr/>
          </p:nvSpPr>
          <p:spPr>
            <a:xfrm>
              <a:off x="5437694" y="34275"/>
              <a:ext cx="1694158" cy="369332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819306" y="17034"/>
              <a:ext cx="15289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Subscriber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412" y="164923"/>
            <a:ext cx="266451" cy="266451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527" y="192654"/>
            <a:ext cx="219470" cy="21947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4294528" y="3900872"/>
            <a:ext cx="1537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{“</a:t>
            </a:r>
            <a:r>
              <a:rPr lang="en-GB" dirty="0" err="1"/>
              <a:t>data”:”Hi</a:t>
            </a:r>
            <a:r>
              <a:rPr lang="en-GB" dirty="0"/>
              <a:t>”}</a:t>
            </a:r>
            <a:endParaRPr lang="en-IN" dirty="0"/>
          </a:p>
        </p:txBody>
      </p:sp>
      <p:grpSp>
        <p:nvGrpSpPr>
          <p:cNvPr id="60" name="Group 59"/>
          <p:cNvGrpSpPr/>
          <p:nvPr/>
        </p:nvGrpSpPr>
        <p:grpSpPr>
          <a:xfrm>
            <a:off x="1061316" y="850006"/>
            <a:ext cx="2818673" cy="5821250"/>
            <a:chOff x="4165129" y="862885"/>
            <a:chExt cx="2818673" cy="5821250"/>
          </a:xfrm>
        </p:grpSpPr>
        <p:grpSp>
          <p:nvGrpSpPr>
            <p:cNvPr id="64" name="Group 63"/>
            <p:cNvGrpSpPr/>
            <p:nvPr/>
          </p:nvGrpSpPr>
          <p:grpSpPr>
            <a:xfrm>
              <a:off x="4165129" y="862885"/>
              <a:ext cx="2818673" cy="5821250"/>
              <a:chOff x="1024154" y="862885"/>
              <a:chExt cx="2818673" cy="5821250"/>
            </a:xfrm>
          </p:grpSpPr>
          <p:grpSp>
            <p:nvGrpSpPr>
              <p:cNvPr id="75" name="Group 74"/>
              <p:cNvGrpSpPr/>
              <p:nvPr/>
            </p:nvGrpSpPr>
            <p:grpSpPr>
              <a:xfrm>
                <a:off x="1024154" y="862885"/>
                <a:ext cx="2818673" cy="5821250"/>
                <a:chOff x="1024154" y="862885"/>
                <a:chExt cx="2818673" cy="5821250"/>
              </a:xfrm>
            </p:grpSpPr>
            <p:sp>
              <p:nvSpPr>
                <p:cNvPr id="77" name="Rounded Rectangle 76"/>
                <p:cNvSpPr/>
                <p:nvPr/>
              </p:nvSpPr>
              <p:spPr>
                <a:xfrm>
                  <a:off x="1024154" y="862885"/>
                  <a:ext cx="2818673" cy="5821250"/>
                </a:xfrm>
                <a:prstGeom prst="roundRect">
                  <a:avLst>
                    <a:gd name="adj" fmla="val 4294"/>
                  </a:avLst>
                </a:prstGeom>
                <a:solidFill>
                  <a:schemeClr val="bg1"/>
                </a:solidFill>
                <a:ln>
                  <a:solidFill>
                    <a:srgbClr val="8F2D7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grpSp>
              <p:nvGrpSpPr>
                <p:cNvPr id="78" name="Group 77"/>
                <p:cNvGrpSpPr/>
                <p:nvPr/>
              </p:nvGrpSpPr>
              <p:grpSpPr>
                <a:xfrm>
                  <a:off x="1109725" y="1292192"/>
                  <a:ext cx="2656392" cy="2696051"/>
                  <a:chOff x="4558567" y="-2309685"/>
                  <a:chExt cx="3240603" cy="2696051"/>
                </a:xfrm>
                <a:solidFill>
                  <a:srgbClr val="92D050"/>
                </a:solidFill>
              </p:grpSpPr>
              <p:sp>
                <p:nvSpPr>
                  <p:cNvPr id="82" name="Rounded Rectangle 81"/>
                  <p:cNvSpPr/>
                  <p:nvPr/>
                </p:nvSpPr>
                <p:spPr>
                  <a:xfrm>
                    <a:off x="4558567" y="-2309685"/>
                    <a:ext cx="3240603" cy="369332"/>
                  </a:xfrm>
                  <a:prstGeom prst="round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>
                      <a:solidFill>
                        <a:schemeClr val="accent1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83" name="TextBox 82"/>
                  <p:cNvSpPr txBox="1"/>
                  <p:nvPr/>
                </p:nvSpPr>
                <p:spPr>
                  <a:xfrm>
                    <a:off x="5492951" y="17034"/>
                    <a:ext cx="141910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b="1" dirty="0">
                        <a:solidFill>
                          <a:schemeClr val="bg1"/>
                        </a:solidFill>
                      </a:rPr>
                      <a:t>Subscribe</a:t>
                    </a:r>
                    <a:endParaRPr lang="en-IN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grpSp>
              <p:nvGrpSpPr>
                <p:cNvPr id="79" name="Group 78"/>
                <p:cNvGrpSpPr/>
                <p:nvPr/>
              </p:nvGrpSpPr>
              <p:grpSpPr>
                <a:xfrm>
                  <a:off x="3453147" y="946571"/>
                  <a:ext cx="312969" cy="270483"/>
                  <a:chOff x="10225824" y="568403"/>
                  <a:chExt cx="521255" cy="408623"/>
                </a:xfrm>
              </p:grpSpPr>
              <p:sp>
                <p:nvSpPr>
                  <p:cNvPr id="80" name="TextBox 79"/>
                  <p:cNvSpPr txBox="1"/>
                  <p:nvPr/>
                </p:nvSpPr>
                <p:spPr>
                  <a:xfrm>
                    <a:off x="10225824" y="568403"/>
                    <a:ext cx="521255" cy="408623"/>
                  </a:xfrm>
                  <a:prstGeom prst="round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en-IN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81" name="Picture 80"/>
                  <p:cNvPicPr>
                    <a:picLocks noChangeAspect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0381210" y="667473"/>
                    <a:ext cx="210481" cy="210481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76" name="Rounded Rectangle 75"/>
              <p:cNvSpPr/>
              <p:nvPr/>
            </p:nvSpPr>
            <p:spPr>
              <a:xfrm>
                <a:off x="1109724" y="1757234"/>
                <a:ext cx="2656392" cy="950337"/>
              </a:xfrm>
              <a:prstGeom prst="roundRect">
                <a:avLst>
                  <a:gd name="adj" fmla="val 4294"/>
                </a:avLst>
              </a:prstGeom>
              <a:solidFill>
                <a:schemeClr val="bg1"/>
              </a:solidFill>
              <a:ln>
                <a:solidFill>
                  <a:srgbClr val="8034E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65" name="Group 64"/>
            <p:cNvGrpSpPr/>
            <p:nvPr/>
          </p:nvGrpSpPr>
          <p:grpSpPr>
            <a:xfrm>
              <a:off x="4246269" y="1281116"/>
              <a:ext cx="2656392" cy="4598709"/>
              <a:chOff x="4246269" y="1281116"/>
              <a:chExt cx="2656392" cy="4598709"/>
            </a:xfrm>
          </p:grpSpPr>
          <p:sp>
            <p:nvSpPr>
              <p:cNvPr id="66" name="TextBox 65"/>
              <p:cNvSpPr txBox="1"/>
              <p:nvPr/>
            </p:nvSpPr>
            <p:spPr>
              <a:xfrm>
                <a:off x="4541290" y="1281116"/>
                <a:ext cx="15375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</a:rPr>
                  <a:t>/sample/#</a:t>
                </a:r>
                <a:endParaRPr lang="en-IN" b="1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67" name="Picture 66"/>
              <p:cNvPicPr>
                <a:picLocks noChangeAspect="1"/>
              </p:cNvPicPr>
              <p:nvPr/>
            </p:nvPicPr>
            <p:blipFill>
              <a:blip r:embed="rId2" cstate="print">
                <a:biLevel thresh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4333165" y="1357730"/>
                <a:ext cx="195925" cy="216000"/>
              </a:xfrm>
              <a:prstGeom prst="rect">
                <a:avLst/>
              </a:prstGeom>
            </p:spPr>
          </p:pic>
          <p:sp>
            <p:nvSpPr>
              <p:cNvPr id="68" name="TextBox 67"/>
              <p:cNvSpPr txBox="1"/>
              <p:nvPr/>
            </p:nvSpPr>
            <p:spPr>
              <a:xfrm>
                <a:off x="4333165" y="1828679"/>
                <a:ext cx="15375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{“</a:t>
                </a:r>
                <a:r>
                  <a:rPr lang="en-GB" dirty="0" err="1"/>
                  <a:t>data”:”Hi</a:t>
                </a:r>
                <a:r>
                  <a:rPr lang="en-GB" dirty="0"/>
                  <a:t>”}</a:t>
                </a:r>
                <a:endParaRPr lang="en-IN" dirty="0"/>
              </a:p>
            </p:txBody>
          </p:sp>
          <p:sp>
            <p:nvSpPr>
              <p:cNvPr id="69" name="Rounded Rectangle 68"/>
              <p:cNvSpPr/>
              <p:nvPr/>
            </p:nvSpPr>
            <p:spPr>
              <a:xfrm>
                <a:off x="4246269" y="2814652"/>
                <a:ext cx="2656392" cy="950337"/>
              </a:xfrm>
              <a:prstGeom prst="roundRect">
                <a:avLst>
                  <a:gd name="adj" fmla="val 4294"/>
                </a:avLst>
              </a:prstGeom>
              <a:solidFill>
                <a:schemeClr val="bg1"/>
              </a:solidFill>
              <a:ln>
                <a:solidFill>
                  <a:srgbClr val="8034E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0" name="Rounded Rectangle 69"/>
              <p:cNvSpPr/>
              <p:nvPr/>
            </p:nvSpPr>
            <p:spPr>
              <a:xfrm>
                <a:off x="4246269" y="3872070"/>
                <a:ext cx="2656392" cy="950337"/>
              </a:xfrm>
              <a:prstGeom prst="roundRect">
                <a:avLst>
                  <a:gd name="adj" fmla="val 4294"/>
                </a:avLst>
              </a:prstGeom>
              <a:solidFill>
                <a:schemeClr val="bg1"/>
              </a:solidFill>
              <a:ln>
                <a:solidFill>
                  <a:srgbClr val="8034E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1" name="Rounded Rectangle 70"/>
              <p:cNvSpPr/>
              <p:nvPr/>
            </p:nvSpPr>
            <p:spPr>
              <a:xfrm>
                <a:off x="4246269" y="4929488"/>
                <a:ext cx="2656392" cy="950337"/>
              </a:xfrm>
              <a:prstGeom prst="roundRect">
                <a:avLst>
                  <a:gd name="adj" fmla="val 4294"/>
                </a:avLst>
              </a:prstGeom>
              <a:solidFill>
                <a:schemeClr val="bg1"/>
              </a:solidFill>
              <a:ln>
                <a:solidFill>
                  <a:srgbClr val="8034E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4333165" y="2857681"/>
                <a:ext cx="15375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{“</a:t>
                </a:r>
                <a:r>
                  <a:rPr lang="en-GB" dirty="0" err="1"/>
                  <a:t>data”:”Hi</a:t>
                </a:r>
                <a:r>
                  <a:rPr lang="en-GB" dirty="0"/>
                  <a:t>”}</a:t>
                </a:r>
                <a:endParaRPr lang="en-IN" dirty="0"/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4333165" y="3910658"/>
                <a:ext cx="15375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{“</a:t>
                </a:r>
                <a:r>
                  <a:rPr lang="en-GB" dirty="0" err="1"/>
                  <a:t>data”:”Hi</a:t>
                </a:r>
                <a:r>
                  <a:rPr lang="en-GB" dirty="0"/>
                  <a:t>”}</a:t>
                </a:r>
                <a:endParaRPr lang="en-IN" dirty="0"/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4325757" y="5035324"/>
                <a:ext cx="15375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{“</a:t>
                </a:r>
                <a:r>
                  <a:rPr lang="en-GB" dirty="0" err="1"/>
                  <a:t>data”:”Hi</a:t>
                </a:r>
                <a:r>
                  <a:rPr lang="en-GB" dirty="0"/>
                  <a:t>”}</a:t>
                </a:r>
                <a:endParaRPr lang="en-IN" dirty="0"/>
              </a:p>
            </p:txBody>
          </p:sp>
        </p:grpSp>
      </p:grpSp>
      <p:pic>
        <p:nvPicPr>
          <p:cNvPr id="84" name="Picture 8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03" y="44864"/>
            <a:ext cx="683003" cy="683003"/>
          </a:xfrm>
          <a:prstGeom prst="rect">
            <a:avLst/>
          </a:prstGeom>
        </p:spPr>
      </p:pic>
      <p:pic>
        <p:nvPicPr>
          <p:cNvPr id="85" name="Picture 8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22" y="6309573"/>
            <a:ext cx="446163" cy="446163"/>
          </a:xfrm>
          <a:prstGeom prst="rect">
            <a:avLst/>
          </a:prstGeom>
        </p:spPr>
      </p:pic>
      <p:grpSp>
        <p:nvGrpSpPr>
          <p:cNvPr id="86" name="Group 85"/>
          <p:cNvGrpSpPr/>
          <p:nvPr/>
        </p:nvGrpSpPr>
        <p:grpSpPr>
          <a:xfrm>
            <a:off x="110511" y="837871"/>
            <a:ext cx="564584" cy="553048"/>
            <a:chOff x="110511" y="837871"/>
            <a:chExt cx="564584" cy="553048"/>
          </a:xfrm>
        </p:grpSpPr>
        <p:sp>
          <p:nvSpPr>
            <p:cNvPr id="87" name="Rounded Rectangle 86"/>
            <p:cNvSpPr/>
            <p:nvPr/>
          </p:nvSpPr>
          <p:spPr>
            <a:xfrm>
              <a:off x="110511" y="837871"/>
              <a:ext cx="564584" cy="553048"/>
            </a:xfrm>
            <a:prstGeom prst="roundRect">
              <a:avLst/>
            </a:prstGeom>
            <a:solidFill>
              <a:srgbClr val="7B27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88" name="Picture 87"/>
            <p:cNvPicPr>
              <a:picLocks noChangeAspect="1"/>
            </p:cNvPicPr>
            <p:nvPr/>
          </p:nvPicPr>
          <p:blipFill>
            <a:blip r:embed="rId9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867" y="968459"/>
              <a:ext cx="291872" cy="291872"/>
            </a:xfrm>
            <a:prstGeom prst="rect">
              <a:avLst/>
            </a:prstGeom>
          </p:spPr>
        </p:pic>
      </p:grpSp>
      <p:pic>
        <p:nvPicPr>
          <p:cNvPr id="89" name="Picture 88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980" y="89946"/>
            <a:ext cx="338796" cy="338796"/>
          </a:xfrm>
          <a:prstGeom prst="rect">
            <a:avLst/>
          </a:prstGeom>
        </p:spPr>
      </p:pic>
      <p:grpSp>
        <p:nvGrpSpPr>
          <p:cNvPr id="90" name="Group 89"/>
          <p:cNvGrpSpPr/>
          <p:nvPr/>
        </p:nvGrpSpPr>
        <p:grpSpPr>
          <a:xfrm>
            <a:off x="110511" y="1521507"/>
            <a:ext cx="564584" cy="553048"/>
            <a:chOff x="110511" y="1521507"/>
            <a:chExt cx="564584" cy="553048"/>
          </a:xfrm>
        </p:grpSpPr>
        <p:sp>
          <p:nvSpPr>
            <p:cNvPr id="91" name="Rounded Rectangle 90"/>
            <p:cNvSpPr/>
            <p:nvPr/>
          </p:nvSpPr>
          <p:spPr>
            <a:xfrm>
              <a:off x="110511" y="1521507"/>
              <a:ext cx="564584" cy="553048"/>
            </a:xfrm>
            <a:prstGeom prst="roundRect">
              <a:avLst/>
            </a:prstGeom>
            <a:solidFill>
              <a:srgbClr val="631F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92" name="Picture 91"/>
            <p:cNvPicPr>
              <a:picLocks noChangeAspect="1"/>
            </p:cNvPicPr>
            <p:nvPr/>
          </p:nvPicPr>
          <p:blipFill>
            <a:blip r:embed="rId11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954" y="1643926"/>
              <a:ext cx="300785" cy="300785"/>
            </a:xfrm>
            <a:prstGeom prst="rect">
              <a:avLst/>
            </a:prstGeom>
          </p:spPr>
        </p:pic>
      </p:grpSp>
      <p:grpSp>
        <p:nvGrpSpPr>
          <p:cNvPr id="93" name="Group 92"/>
          <p:cNvGrpSpPr/>
          <p:nvPr/>
        </p:nvGrpSpPr>
        <p:grpSpPr>
          <a:xfrm>
            <a:off x="6099942" y="941643"/>
            <a:ext cx="260788" cy="239027"/>
            <a:chOff x="6202974" y="941643"/>
            <a:chExt cx="260788" cy="239027"/>
          </a:xfrm>
        </p:grpSpPr>
        <p:pic>
          <p:nvPicPr>
            <p:cNvPr id="94" name="Picture 93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02974" y="941643"/>
              <a:ext cx="239027" cy="239027"/>
            </a:xfrm>
            <a:prstGeom prst="rect">
              <a:avLst/>
            </a:prstGeom>
          </p:spPr>
        </p:pic>
        <p:sp>
          <p:nvSpPr>
            <p:cNvPr id="95" name="Oval 94"/>
            <p:cNvSpPr/>
            <p:nvPr/>
          </p:nvSpPr>
          <p:spPr>
            <a:xfrm>
              <a:off x="6296337" y="952924"/>
              <a:ext cx="167425" cy="13741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900" dirty="0"/>
                <a:t>4</a:t>
              </a:r>
              <a:endParaRPr lang="en-IN" dirty="0"/>
            </a:p>
          </p:txBody>
        </p:sp>
      </p:grpSp>
      <p:grpSp>
        <p:nvGrpSpPr>
          <p:cNvPr id="96" name="Group 95"/>
          <p:cNvGrpSpPr/>
          <p:nvPr/>
        </p:nvGrpSpPr>
        <p:grpSpPr>
          <a:xfrm>
            <a:off x="3119980" y="940045"/>
            <a:ext cx="260788" cy="239027"/>
            <a:chOff x="6202974" y="941643"/>
            <a:chExt cx="260788" cy="239027"/>
          </a:xfrm>
        </p:grpSpPr>
        <p:pic>
          <p:nvPicPr>
            <p:cNvPr id="97" name="Picture 96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02974" y="941643"/>
              <a:ext cx="239027" cy="239027"/>
            </a:xfrm>
            <a:prstGeom prst="rect">
              <a:avLst/>
            </a:prstGeom>
          </p:spPr>
        </p:pic>
        <p:sp>
          <p:nvSpPr>
            <p:cNvPr id="98" name="Oval 97"/>
            <p:cNvSpPr/>
            <p:nvPr/>
          </p:nvSpPr>
          <p:spPr>
            <a:xfrm>
              <a:off x="6296337" y="952924"/>
              <a:ext cx="167425" cy="13741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900" dirty="0"/>
                <a:t>4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40336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469</Words>
  <Application>Microsoft Office PowerPoint</Application>
  <PresentationFormat>Widescreen</PresentationFormat>
  <Paragraphs>222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Manikandan S</cp:lastModifiedBy>
  <cp:revision>110</cp:revision>
  <dcterms:created xsi:type="dcterms:W3CDTF">2023-12-05T05:04:40Z</dcterms:created>
  <dcterms:modified xsi:type="dcterms:W3CDTF">2026-02-10T17:42:32Z</dcterms:modified>
</cp:coreProperties>
</file>